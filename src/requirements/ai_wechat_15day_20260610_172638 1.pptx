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6" r:id="rId3"/>
    <p:sldId id="257" r:id="rId4"/>
    <p:sldId id="275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7" r:id="rId13"/>
    <p:sldId id="269" r:id="rId14"/>
    <p:sldId id="271" r:id="rId15"/>
    <p:sldId id="282" r:id="rId16"/>
    <p:sldId id="283" r:id="rId17"/>
    <p:sldId id="280" r:id="rId18"/>
    <p:sldId id="28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6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A9264-DB0A-42FE-A9B1-E2EC371F0A06}" v="60" dt="2026-06-30T05:55:44.840"/>
    <p1510:client id="{9D468D40-F460-0879-2673-26FFD5FE1140}" v="1" dt="2026-07-01T05:46:20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7" Type="http://schemas.openxmlformats.org/officeDocument/2006/relationships/customXml" Target="../customXml/item1.xml"/><Relationship Id="rId30" Type="http://schemas.openxmlformats.org/officeDocument/2006/relationships/customXml" Target="../customXml/item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Pan (Nokia)" userId="5b16378f-0df6-4c0b-b629-00582acef32f" providerId="ADAL" clId="{C11B8F68-C3E0-41DF-86F0-D301573B2CEC}"/>
    <pc:docChg chg="undo redo custSel addSld delSld modSld sldOrd">
      <pc:chgData name="Jun Pan (Nokia)" userId="5b16378f-0df6-4c0b-b629-00582acef32f" providerId="ADAL" clId="{C11B8F68-C3E0-41DF-86F0-D301573B2CEC}" dt="2026-07-01T01:23:45.951" v="6864" actId="1076"/>
      <pc:docMkLst>
        <pc:docMk/>
      </pc:docMkLst>
      <pc:sldChg chg="delSp modSp mod delAnim modNotesTx">
        <pc:chgData name="Jun Pan (Nokia)" userId="5b16378f-0df6-4c0b-b629-00582acef32f" providerId="ADAL" clId="{C11B8F68-C3E0-41DF-86F0-D301573B2CEC}" dt="2026-06-11T07:25:57.194" v="3483" actId="20577"/>
        <pc:sldMkLst>
          <pc:docMk/>
          <pc:sldMk cId="0" sldId="256"/>
        </pc:sldMkLst>
        <pc:spChg chg="mod">
          <ac:chgData name="Jun Pan (Nokia)" userId="5b16378f-0df6-4c0b-b629-00582acef32f" providerId="ADAL" clId="{C11B8F68-C3E0-41DF-86F0-D301573B2CEC}" dt="2026-06-11T02:02:12.423" v="38" actId="20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2:12.423" v="38" actId="207"/>
          <ac:spMkLst>
            <pc:docMk/>
            <pc:sldMk cId="0" sldId="256"/>
            <ac:spMk id="3" creationId="{00000000-0000-0000-0000-000000000000}"/>
          </ac:spMkLst>
        </pc:spChg>
        <pc:spChg chg="mod topLvl">
          <ac:chgData name="Jun Pan (Nokia)" userId="5b16378f-0df6-4c0b-b629-00582acef32f" providerId="ADAL" clId="{C11B8F68-C3E0-41DF-86F0-D301573B2CEC}" dt="2026-06-11T07:25:57.194" v="3483" actId="20577"/>
          <ac:spMkLst>
            <pc:docMk/>
            <pc:sldMk cId="0" sldId="256"/>
            <ac:spMk id="16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10T09:29:23.093" v="6" actId="1076"/>
          <ac:grpSpMkLst>
            <pc:docMk/>
            <pc:sldMk cId="0" sldId="256"/>
            <ac:grpSpMk id="8" creationId="{00000000-0000-0000-0000-000000000000}"/>
          </ac:grpSpMkLst>
        </pc:grpChg>
      </pc:sldChg>
      <pc:sldChg chg="addSp delSp modSp mod delAnim modNotesTx">
        <pc:chgData name="Jun Pan (Nokia)" userId="5b16378f-0df6-4c0b-b629-00582acef32f" providerId="ADAL" clId="{C11B8F68-C3E0-41DF-86F0-D301573B2CEC}" dt="2026-06-11T07:35:56.693" v="3487" actId="6549"/>
        <pc:sldMkLst>
          <pc:docMk/>
          <pc:sldMk cId="0" sldId="257"/>
        </pc:sldMkLst>
        <pc:spChg chg="mod">
          <ac:chgData name="Jun Pan (Nokia)" userId="5b16378f-0df6-4c0b-b629-00582acef32f" providerId="ADAL" clId="{C11B8F68-C3E0-41DF-86F0-D301573B2CEC}" dt="2026-06-11T02:46:41.341" v="456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33:31.666" v="349" actId="6549"/>
          <ac:spMkLst>
            <pc:docMk/>
            <pc:sldMk cId="0" sldId="257"/>
            <ac:spMk id="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43:30.271" v="416" actId="20577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5:17.529" v="88" actId="20577"/>
          <ac:spMkLst>
            <pc:docMk/>
            <pc:sldMk cId="0" sldId="257"/>
            <ac:spMk id="52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11T02:44:18.342" v="424" actId="1076"/>
          <ac:grpSpMkLst>
            <pc:docMk/>
            <pc:sldMk cId="0" sldId="257"/>
            <ac:grpSpMk id="27" creationId="{00000000-0000-0000-0000-000000000000}"/>
          </ac:grpSpMkLst>
        </pc:grpChg>
        <pc:picChg chg="add del mod">
          <ac:chgData name="Jun Pan (Nokia)" userId="5b16378f-0df6-4c0b-b629-00582acef32f" providerId="ADAL" clId="{C11B8F68-C3E0-41DF-86F0-D301573B2CEC}" dt="2026-06-11T02:38:34.950" v="409" actId="478"/>
          <ac:picMkLst>
            <pc:docMk/>
            <pc:sldMk cId="0" sldId="257"/>
            <ac:picMk id="64" creationId="{11E97A82-AEDA-2B03-1F45-B996053C91D2}"/>
          </ac:picMkLst>
        </pc:picChg>
      </pc:sldChg>
      <pc:sldChg chg="addSp delSp modSp mod delAnim modNotesTx">
        <pc:chgData name="Jun Pan (Nokia)" userId="5b16378f-0df6-4c0b-b629-00582acef32f" providerId="ADAL" clId="{C11B8F68-C3E0-41DF-86F0-D301573B2CEC}" dt="2026-06-26T07:15:17.408" v="4078" actId="6549"/>
        <pc:sldMkLst>
          <pc:docMk/>
          <pc:sldMk cId="0" sldId="258"/>
        </pc:sldMkLst>
        <pc:spChg chg="mod">
          <ac:chgData name="Jun Pan (Nokia)" userId="5b16378f-0df6-4c0b-b629-00582acef32f" providerId="ADAL" clId="{C11B8F68-C3E0-41DF-86F0-D301573B2CEC}" dt="2026-06-11T02:06:44.829" v="154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5:50.603" v="128" actId="2057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7:15:17.408" v="4078" actId="6549"/>
          <ac:spMkLst>
            <pc:docMk/>
            <pc:sldMk cId="0" sldId="258"/>
            <ac:spMk id="3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6:12.131" v="148" actId="20577"/>
          <ac:spMkLst>
            <pc:docMk/>
            <pc:sldMk cId="0" sldId="258"/>
            <ac:spMk id="3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6:18.926" v="150" actId="20577"/>
          <ac:spMkLst>
            <pc:docMk/>
            <pc:sldMk cId="0" sldId="258"/>
            <ac:spMk id="3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7:15:10.076" v="4077" actId="6549"/>
          <ac:spMkLst>
            <pc:docMk/>
            <pc:sldMk cId="0" sldId="258"/>
            <ac:spMk id="3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2:07:51.899" v="240" actId="20577"/>
          <ac:spMkLst>
            <pc:docMk/>
            <pc:sldMk cId="0" sldId="258"/>
            <ac:spMk id="55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11T02:06:53.047" v="155" actId="1076"/>
          <ac:grpSpMkLst>
            <pc:docMk/>
            <pc:sldMk cId="0" sldId="258"/>
            <ac:grpSpMk id="31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2:45:07.129" v="433" actId="1076"/>
          <ac:grpSpMkLst>
            <pc:docMk/>
            <pc:sldMk cId="0" sldId="258"/>
            <ac:grpSpMk id="39" creationId="{00000000-0000-0000-0000-000000000000}"/>
          </ac:grpSpMkLst>
        </pc:grpChg>
        <pc:picChg chg="add mod modCrop">
          <ac:chgData name="Jun Pan (Nokia)" userId="5b16378f-0df6-4c0b-b629-00582acef32f" providerId="ADAL" clId="{C11B8F68-C3E0-41DF-86F0-D301573B2CEC}" dt="2026-06-11T02:45:02.923" v="432" actId="1076"/>
          <ac:picMkLst>
            <pc:docMk/>
            <pc:sldMk cId="0" sldId="258"/>
            <ac:picMk id="61" creationId="{F4278F8F-5849-AF9A-95C5-C0DEDCC075A9}"/>
          </ac:picMkLst>
        </pc:picChg>
      </pc:sldChg>
      <pc:sldChg chg="delSp mod modNotesTx">
        <pc:chgData name="Jun Pan (Nokia)" userId="5b16378f-0df6-4c0b-b629-00582acef32f" providerId="ADAL" clId="{C11B8F68-C3E0-41DF-86F0-D301573B2CEC}" dt="2026-06-11T07:36:04.144" v="3490" actId="6549"/>
        <pc:sldMkLst>
          <pc:docMk/>
          <pc:sldMk cId="0" sldId="259"/>
        </pc:sldMkLst>
      </pc:sldChg>
      <pc:sldChg chg="delSp modSp mod modNotesTx">
        <pc:chgData name="Jun Pan (Nokia)" userId="5b16378f-0df6-4c0b-b629-00582acef32f" providerId="ADAL" clId="{C11B8F68-C3E0-41DF-86F0-D301573B2CEC}" dt="2026-06-26T08:45:55.139" v="4167" actId="1076"/>
        <pc:sldMkLst>
          <pc:docMk/>
          <pc:sldMk cId="0" sldId="260"/>
        </pc:sldMkLst>
        <pc:spChg chg="mod">
          <ac:chgData name="Jun Pan (Nokia)" userId="5b16378f-0df6-4c0b-b629-00582acef32f" providerId="ADAL" clId="{C11B8F68-C3E0-41DF-86F0-D301573B2CEC}" dt="2026-06-11T02:45:53.969" v="447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3:12:42.990" v="492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39:05.249" v="4083" actId="1392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3:13:12.221" v="544" actId="20577"/>
          <ac:spMkLst>
            <pc:docMk/>
            <pc:sldMk cId="0" sldId="260"/>
            <ac:spMk id="3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3:13:31.906" v="594" actId="20577"/>
          <ac:spMkLst>
            <pc:docMk/>
            <pc:sldMk cId="0" sldId="260"/>
            <ac:spMk id="3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3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4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6:54.106" v="617"/>
          <ac:spMkLst>
            <pc:docMk/>
            <pc:sldMk cId="0" sldId="260"/>
            <ac:spMk id="4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8:10.851" v="747" actId="6549"/>
          <ac:spMkLst>
            <pc:docMk/>
            <pc:sldMk cId="0" sldId="260"/>
            <ac:spMk id="43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7:43.753" v="720" actId="20577"/>
          <ac:spMkLst>
            <pc:docMk/>
            <pc:sldMk cId="0" sldId="260"/>
            <ac:spMk id="4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07:55.202" v="746" actId="20577"/>
          <ac:spMkLst>
            <pc:docMk/>
            <pc:sldMk cId="0" sldId="260"/>
            <ac:spMk id="4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39:41.869" v="4091" actId="20577"/>
          <ac:spMkLst>
            <pc:docMk/>
            <pc:sldMk cId="0" sldId="260"/>
            <ac:spMk id="5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40:38.088" v="4165" actId="20577"/>
          <ac:spMkLst>
            <pc:docMk/>
            <pc:sldMk cId="0" sldId="260"/>
            <ac:spMk id="7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40:32.551" v="4155" actId="1076"/>
          <ac:spMkLst>
            <pc:docMk/>
            <pc:sldMk cId="0" sldId="260"/>
            <ac:spMk id="7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45:55.139" v="4167" actId="1076"/>
          <ac:spMkLst>
            <pc:docMk/>
            <pc:sldMk cId="0" sldId="260"/>
            <ac:spMk id="8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00:56.531" v="2669"/>
          <ac:spMkLst>
            <pc:docMk/>
            <pc:sldMk cId="0" sldId="260"/>
            <ac:spMk id="10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4:40.227" v="884" actId="20577"/>
          <ac:spMkLst>
            <pc:docMk/>
            <pc:sldMk cId="0" sldId="260"/>
            <ac:spMk id="10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4:44.943" v="896" actId="20577"/>
          <ac:spMkLst>
            <pc:docMk/>
            <pc:sldMk cId="0" sldId="260"/>
            <ac:spMk id="109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26T08:39:34.934" v="4085" actId="1076"/>
          <ac:grpSpMkLst>
            <pc:docMk/>
            <pc:sldMk cId="0" sldId="260"/>
            <ac:grpSpMk id="60" creationId="{00000000-0000-0000-0000-000000000000}"/>
          </ac:grpSpMkLst>
        </pc:grpChg>
      </pc:sldChg>
      <pc:sldChg chg="addSp delSp modSp mod delAnim modAnim modNotesTx">
        <pc:chgData name="Jun Pan (Nokia)" userId="5b16378f-0df6-4c0b-b629-00582acef32f" providerId="ADAL" clId="{C11B8F68-C3E0-41DF-86F0-D301573B2CEC}" dt="2026-06-26T08:46:31.018" v="4168" actId="20577"/>
        <pc:sldMkLst>
          <pc:docMk/>
          <pc:sldMk cId="0" sldId="261"/>
        </pc:sldMkLst>
        <pc:spChg chg="mod">
          <ac:chgData name="Jun Pan (Nokia)" userId="5b16378f-0df6-4c0b-b629-00582acef32f" providerId="ADAL" clId="{C11B8F68-C3E0-41DF-86F0-D301573B2CEC}" dt="2026-06-11T05:22:04.002" v="940" actId="107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46:31.018" v="4168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9.452" v="908" actId="165"/>
          <ac:spMkLst>
            <pc:docMk/>
            <pc:sldMk cId="0" sldId="261"/>
            <ac:spMk id="1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9.452" v="908" actId="165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9.452" v="908" actId="165"/>
          <ac:spMkLst>
            <pc:docMk/>
            <pc:sldMk cId="0" sldId="261"/>
            <ac:spMk id="3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33.425" v="945" actId="20577"/>
          <ac:spMkLst>
            <pc:docMk/>
            <pc:sldMk cId="0" sldId="261"/>
            <ac:spMk id="3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36.393" v="946" actId="20577"/>
          <ac:spMkLst>
            <pc:docMk/>
            <pc:sldMk cId="0" sldId="261"/>
            <ac:spMk id="4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4.473" v="907" actId="165"/>
          <ac:spMkLst>
            <pc:docMk/>
            <pc:sldMk cId="0" sldId="261"/>
            <ac:spMk id="4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42.358" v="949" actId="20577"/>
          <ac:spMkLst>
            <pc:docMk/>
            <pc:sldMk cId="0" sldId="261"/>
            <ac:spMk id="5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4.473" v="907" actId="165"/>
          <ac:spMkLst>
            <pc:docMk/>
            <pc:sldMk cId="0" sldId="261"/>
            <ac:spMk id="5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44.099" v="950" actId="20577"/>
          <ac:spMkLst>
            <pc:docMk/>
            <pc:sldMk cId="0" sldId="261"/>
            <ac:spMk id="6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19:04.473" v="907" actId="165"/>
          <ac:spMkLst>
            <pc:docMk/>
            <pc:sldMk cId="0" sldId="261"/>
            <ac:spMk id="6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19.216" v="942"/>
          <ac:spMkLst>
            <pc:docMk/>
            <pc:sldMk cId="0" sldId="261"/>
            <ac:spMk id="6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2:51.431" v="952" actId="20577"/>
          <ac:spMkLst>
            <pc:docMk/>
            <pc:sldMk cId="0" sldId="261"/>
            <ac:spMk id="6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00:47.928" v="2667" actId="20577"/>
          <ac:spMkLst>
            <pc:docMk/>
            <pc:sldMk cId="0" sldId="261"/>
            <ac:spMk id="69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7T02:51:12.063" v="3820" actId="20577"/>
          <ac:spMkLst>
            <pc:docMk/>
            <pc:sldMk cId="0" sldId="261"/>
            <ac:spMk id="73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11T05:20:03.622" v="920" actId="12789"/>
          <ac:grpSpMkLst>
            <pc:docMk/>
            <pc:sldMk cId="0" sldId="261"/>
            <ac:grpSpMk id="15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1:39.801" v="934" actId="1076"/>
          <ac:grpSpMkLst>
            <pc:docMk/>
            <pc:sldMk cId="0" sldId="261"/>
            <ac:grpSpMk id="17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07.079" v="921" actId="408"/>
          <ac:grpSpMkLst>
            <pc:docMk/>
            <pc:sldMk cId="0" sldId="261"/>
            <ac:grpSpMk id="21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1:44.045" v="935" actId="1076"/>
          <ac:grpSpMkLst>
            <pc:docMk/>
            <pc:sldMk cId="0" sldId="261"/>
            <ac:grpSpMk id="23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07.079" v="921" actId="408"/>
          <ac:grpSpMkLst>
            <pc:docMk/>
            <pc:sldMk cId="0" sldId="261"/>
            <ac:grpSpMk id="27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1:47.691" v="936" actId="1076"/>
          <ac:grpSpMkLst>
            <pc:docMk/>
            <pc:sldMk cId="0" sldId="261"/>
            <ac:grpSpMk id="35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03.622" v="920" actId="12789"/>
          <ac:grpSpMkLst>
            <pc:docMk/>
            <pc:sldMk cId="0" sldId="261"/>
            <ac:grpSpMk id="39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13.659" v="922" actId="12789"/>
          <ac:grpSpMkLst>
            <pc:docMk/>
            <pc:sldMk cId="0" sldId="261"/>
            <ac:grpSpMk id="46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0:43.848" v="928" actId="1076"/>
          <ac:grpSpMkLst>
            <pc:docMk/>
            <pc:sldMk cId="0" sldId="261"/>
            <ac:grpSpMk id="48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16.813" v="923" actId="408"/>
          <ac:grpSpMkLst>
            <pc:docMk/>
            <pc:sldMk cId="0" sldId="261"/>
            <ac:grpSpMk id="58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0:39.724" v="927" actId="1076"/>
          <ac:grpSpMkLst>
            <pc:docMk/>
            <pc:sldMk cId="0" sldId="261"/>
            <ac:grpSpMk id="60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0:16.813" v="923" actId="408"/>
          <ac:grpSpMkLst>
            <pc:docMk/>
            <pc:sldMk cId="0" sldId="261"/>
            <ac:grpSpMk id="64" creationId="{00000000-0000-0000-0000-000000000000}"/>
          </ac:grpSpMkLst>
        </pc:grpChg>
        <pc:grpChg chg="mod topLvl">
          <ac:chgData name="Jun Pan (Nokia)" userId="5b16378f-0df6-4c0b-b629-00582acef32f" providerId="ADAL" clId="{C11B8F68-C3E0-41DF-86F0-D301573B2CEC}" dt="2026-06-11T05:20:34.441" v="926" actId="1076"/>
          <ac:grpSpMkLst>
            <pc:docMk/>
            <pc:sldMk cId="0" sldId="261"/>
            <ac:grpSpMk id="66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11T05:22:19.216" v="942"/>
          <ac:grpSpMkLst>
            <pc:docMk/>
            <pc:sldMk cId="0" sldId="261"/>
            <ac:grpSpMk id="70" creationId="{00000000-0000-0000-0000-000000000000}"/>
          </ac:grpSpMkLst>
        </pc:grpChg>
      </pc:sldChg>
      <pc:sldChg chg="delSp modSp mod modNotesTx">
        <pc:chgData name="Jun Pan (Nokia)" userId="5b16378f-0df6-4c0b-b629-00582acef32f" providerId="ADAL" clId="{C11B8F68-C3E0-41DF-86F0-D301573B2CEC}" dt="2026-06-30T07:42:52.592" v="6720" actId="207"/>
        <pc:sldMkLst>
          <pc:docMk/>
          <pc:sldMk cId="0" sldId="262"/>
        </pc:sldMkLst>
        <pc:spChg chg="mod">
          <ac:chgData name="Jun Pan (Nokia)" userId="5b16378f-0df6-4c0b-b629-00582acef32f" providerId="ADAL" clId="{C11B8F68-C3E0-41DF-86F0-D301573B2CEC}" dt="2026-06-30T07:42:52.592" v="6720" actId="20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3:16.579" v="4288" actId="2057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3:50.629" v="4304" actId="20577"/>
          <ac:spMkLst>
            <pc:docMk/>
            <pc:sldMk cId="0" sldId="262"/>
            <ac:spMk id="2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8:55.225" v="981" actId="1392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8:57.386" v="982" actId="113"/>
          <ac:spMkLst>
            <pc:docMk/>
            <pc:sldMk cId="0" sldId="262"/>
            <ac:spMk id="3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53:35.415" v="1285" actId="113"/>
          <ac:spMkLst>
            <pc:docMk/>
            <pc:sldMk cId="0" sldId="262"/>
            <ac:spMk id="3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30T07:37:12.040" v="6717" actId="6549"/>
          <ac:spMkLst>
            <pc:docMk/>
            <pc:sldMk cId="0" sldId="262"/>
            <ac:spMk id="4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49:25.178" v="1246" actId="6549"/>
          <ac:spMkLst>
            <pc:docMk/>
            <pc:sldMk cId="0" sldId="262"/>
            <ac:spMk id="4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57.213" v="4317" actId="20577"/>
          <ac:spMkLst>
            <pc:docMk/>
            <pc:sldMk cId="0" sldId="262"/>
            <ac:spMk id="4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46.337" v="4309" actId="207"/>
          <ac:spMkLst>
            <pc:docMk/>
            <pc:sldMk cId="0" sldId="262"/>
            <ac:spMk id="4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31.173" v="4308" actId="207"/>
          <ac:spMkLst>
            <pc:docMk/>
            <pc:sldMk cId="0" sldId="262"/>
            <ac:spMk id="6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31.173" v="4308" actId="207"/>
          <ac:spMkLst>
            <pc:docMk/>
            <pc:sldMk cId="0" sldId="262"/>
            <ac:spMk id="7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31.173" v="4308" actId="207"/>
          <ac:spMkLst>
            <pc:docMk/>
            <pc:sldMk cId="0" sldId="262"/>
            <ac:spMk id="8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31.173" v="4308" actId="207"/>
          <ac:spMkLst>
            <pc:docMk/>
            <pc:sldMk cId="0" sldId="262"/>
            <ac:spMk id="9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5:31.173" v="4308" actId="207"/>
          <ac:spMkLst>
            <pc:docMk/>
            <pc:sldMk cId="0" sldId="262"/>
            <ac:spMk id="10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24:12.894" v="965" actId="1076"/>
          <ac:spMkLst>
            <pc:docMk/>
            <pc:sldMk cId="0" sldId="262"/>
            <ac:spMk id="108" creationId="{00000000-0000-0000-0000-000000000000}"/>
          </ac:spMkLst>
        </pc:spChg>
        <pc:grpChg chg="mod">
          <ac:chgData name="Jun Pan (Nokia)" userId="5b16378f-0df6-4c0b-b629-00582acef32f" providerId="ADAL" clId="{C11B8F68-C3E0-41DF-86F0-D301573B2CEC}" dt="2026-06-30T07:42:42.904" v="6719" actId="1076"/>
          <ac:grpSpMkLst>
            <pc:docMk/>
            <pc:sldMk cId="0" sldId="262"/>
            <ac:grpSpMk id="42" creationId="{00000000-0000-0000-0000-000000000000}"/>
          </ac:grpSpMkLst>
        </pc:grpChg>
      </pc:sldChg>
      <pc:sldChg chg="addSp delSp modSp mod modNotesTx">
        <pc:chgData name="Jun Pan (Nokia)" userId="5b16378f-0df6-4c0b-b629-00582acef32f" providerId="ADAL" clId="{C11B8F68-C3E0-41DF-86F0-D301573B2CEC}" dt="2026-06-29T09:12:15.040" v="5990" actId="13926"/>
        <pc:sldMkLst>
          <pc:docMk/>
          <pc:sldMk cId="0" sldId="263"/>
        </pc:sldMkLst>
        <pc:spChg chg="mod">
          <ac:chgData name="Jun Pan (Nokia)" userId="5b16378f-0df6-4c0b-b629-00582acef32f" providerId="ADAL" clId="{C11B8F68-C3E0-41DF-86F0-D301573B2CEC}" dt="2026-06-11T05:48:42.593" v="1232" actId="6549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9:12:15.040" v="5990" actId="13926"/>
          <ac:spMkLst>
            <pc:docMk/>
            <pc:sldMk cId="0" sldId="263"/>
            <ac:spMk id="1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48:33.983" v="1230" actId="255"/>
          <ac:spMkLst>
            <pc:docMk/>
            <pc:sldMk cId="0" sldId="263"/>
            <ac:spMk id="23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48:33.983" v="1230" actId="255"/>
          <ac:spMkLst>
            <pc:docMk/>
            <pc:sldMk cId="0" sldId="263"/>
            <ac:spMk id="2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48:33.983" v="1230" actId="255"/>
          <ac:spMkLst>
            <pc:docMk/>
            <pc:sldMk cId="0" sldId="263"/>
            <ac:spMk id="33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48:33.983" v="1230" actId="255"/>
          <ac:spMkLst>
            <pc:docMk/>
            <pc:sldMk cId="0" sldId="263"/>
            <ac:spMk id="38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30:14.254" v="5435" actId="255"/>
          <ac:spMkLst>
            <pc:docMk/>
            <pc:sldMk cId="0" sldId="263"/>
            <ac:spMk id="5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9:08:31.733" v="4336" actId="207"/>
          <ac:spMkLst>
            <pc:docMk/>
            <pc:sldMk cId="0" sldId="263"/>
            <ac:spMk id="5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6T08:59:46.107" v="4318" actId="114"/>
          <ac:spMkLst>
            <pc:docMk/>
            <pc:sldMk cId="0" sldId="263"/>
            <ac:spMk id="73" creationId="{00000000-0000-0000-0000-000000000000}"/>
          </ac:spMkLst>
        </pc:spChg>
      </pc:sldChg>
      <pc:sldChg chg="addSp delSp modSp mod delAnim modAnim modNotesTx">
        <pc:chgData name="Jun Pan (Nokia)" userId="5b16378f-0df6-4c0b-b629-00582acef32f" providerId="ADAL" clId="{C11B8F68-C3E0-41DF-86F0-D301573B2CEC}" dt="2026-06-30T07:53:33.107" v="6723" actId="14100"/>
        <pc:sldMkLst>
          <pc:docMk/>
          <pc:sldMk cId="0" sldId="264"/>
        </pc:sldMkLst>
        <pc:spChg chg="mod">
          <ac:chgData name="Jun Pan (Nokia)" userId="5b16378f-0df6-4c0b-b629-00582acef32f" providerId="ADAL" clId="{C11B8F68-C3E0-41DF-86F0-D301573B2CEC}" dt="2026-06-29T07:17:20.893" v="5239" actId="1076"/>
          <ac:spMkLst>
            <pc:docMk/>
            <pc:sldMk cId="0" sldId="264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2:50.978" v="1071" actId="579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18:09.132" v="5274"/>
          <ac:spMkLst>
            <pc:docMk/>
            <pc:sldMk cId="0" sldId="264"/>
            <ac:spMk id="158" creationId="{54EDC9E3-1326-AA5A-5C35-15C1B16A61DB}"/>
          </ac:spMkLst>
        </pc:spChg>
        <pc:spChg chg="mod">
          <ac:chgData name="Jun Pan (Nokia)" userId="5b16378f-0df6-4c0b-b629-00582acef32f" providerId="ADAL" clId="{C11B8F68-C3E0-41DF-86F0-D301573B2CEC}" dt="2026-06-29T07:17:57.404" v="5272" actId="6549"/>
          <ac:spMkLst>
            <pc:docMk/>
            <pc:sldMk cId="0" sldId="264"/>
            <ac:spMk id="160" creationId="{B6A3A53E-F323-0D16-9B64-19E6857FB99B}"/>
          </ac:spMkLst>
        </pc:spChg>
        <pc:spChg chg="mod">
          <ac:chgData name="Jun Pan (Nokia)" userId="5b16378f-0df6-4c0b-b629-00582acef32f" providerId="ADAL" clId="{C11B8F68-C3E0-41DF-86F0-D301573B2CEC}" dt="2026-06-29T07:18:14.554" v="5292" actId="20577"/>
          <ac:spMkLst>
            <pc:docMk/>
            <pc:sldMk cId="0" sldId="264"/>
            <ac:spMk id="167" creationId="{73205C7A-7DB9-69F0-7FD7-1E681AB6A15B}"/>
          </ac:spMkLst>
        </pc:spChg>
        <pc:spChg chg="mod">
          <ac:chgData name="Jun Pan (Nokia)" userId="5b16378f-0df6-4c0b-b629-00582acef32f" providerId="ADAL" clId="{C11B8F68-C3E0-41DF-86F0-D301573B2CEC}" dt="2026-06-29T07:30:04.961" v="5434" actId="255"/>
          <ac:spMkLst>
            <pc:docMk/>
            <pc:sldMk cId="0" sldId="264"/>
            <ac:spMk id="168" creationId="{44600859-5965-9AE4-9CBF-2EF01E27355B}"/>
          </ac:spMkLst>
        </pc:spChg>
        <pc:spChg chg="mod">
          <ac:chgData name="Jun Pan (Nokia)" userId="5b16378f-0df6-4c0b-b629-00582acef32f" providerId="ADAL" clId="{C11B8F68-C3E0-41DF-86F0-D301573B2CEC}" dt="2026-06-29T07:17:41.667" v="5246" actId="20577"/>
          <ac:spMkLst>
            <pc:docMk/>
            <pc:sldMk cId="0" sldId="264"/>
            <ac:spMk id="182" creationId="{A698B59C-B83D-749D-156D-5DDDCA14EFCD}"/>
          </ac:spMkLst>
        </pc:spChg>
        <pc:spChg chg="mod">
          <ac:chgData name="Jun Pan (Nokia)" userId="5b16378f-0df6-4c0b-b629-00582acef32f" providerId="ADAL" clId="{C11B8F68-C3E0-41DF-86F0-D301573B2CEC}" dt="2026-06-29T07:18:09.132" v="5274"/>
          <ac:spMkLst>
            <pc:docMk/>
            <pc:sldMk cId="0" sldId="264"/>
            <ac:spMk id="184" creationId="{475623E2-52B9-F8DB-4CC4-C5EB2BFC27D8}"/>
          </ac:spMkLst>
        </pc:spChg>
        <pc:spChg chg="mod">
          <ac:chgData name="Jun Pan (Nokia)" userId="5b16378f-0df6-4c0b-b629-00582acef32f" providerId="ADAL" clId="{C11B8F68-C3E0-41DF-86F0-D301573B2CEC}" dt="2026-06-29T07:18:09.132" v="5274"/>
          <ac:spMkLst>
            <pc:docMk/>
            <pc:sldMk cId="0" sldId="264"/>
            <ac:spMk id="186" creationId="{9A8C0FAF-4AEA-F91E-C143-C3167665FD65}"/>
          </ac:spMkLst>
        </pc:spChg>
        <pc:spChg chg="mod">
          <ac:chgData name="Jun Pan (Nokia)" userId="5b16378f-0df6-4c0b-b629-00582acef32f" providerId="ADAL" clId="{C11B8F68-C3E0-41DF-86F0-D301573B2CEC}" dt="2026-06-29T07:18:09.132" v="5274"/>
          <ac:spMkLst>
            <pc:docMk/>
            <pc:sldMk cId="0" sldId="264"/>
            <ac:spMk id="187" creationId="{7040E5C3-74BE-ACFA-BC4A-85E46C618DEB}"/>
          </ac:spMkLst>
        </pc:spChg>
        <pc:spChg chg="mod">
          <ac:chgData name="Jun Pan (Nokia)" userId="5b16378f-0df6-4c0b-b629-00582acef32f" providerId="ADAL" clId="{C11B8F68-C3E0-41DF-86F0-D301573B2CEC}" dt="2026-06-29T07:18:09.132" v="5274"/>
          <ac:spMkLst>
            <pc:docMk/>
            <pc:sldMk cId="0" sldId="264"/>
            <ac:spMk id="188" creationId="{10259F00-6B98-B746-1E38-F20A7540D5C0}"/>
          </ac:spMkLst>
        </pc:spChg>
        <pc:grpChg chg="mod">
          <ac:chgData name="Jun Pan (Nokia)" userId="5b16378f-0df6-4c0b-b629-00582acef32f" providerId="ADAL" clId="{C11B8F68-C3E0-41DF-86F0-D301573B2CEC}" dt="2026-06-30T07:53:33.107" v="6723" actId="14100"/>
          <ac:grpSpMkLst>
            <pc:docMk/>
            <pc:sldMk cId="0" sldId="264"/>
            <ac:grpSpMk id="156" creationId="{7CCFD984-D25C-7F99-194E-A68CB9C14978}"/>
          </ac:grpSpMkLst>
        </pc:grpChg>
      </pc:sldChg>
      <pc:sldChg chg="addSp delSp modSp mod delAnim modAnim modNotesTx">
        <pc:chgData name="Jun Pan (Nokia)" userId="5b16378f-0df6-4c0b-b629-00582acef32f" providerId="ADAL" clId="{C11B8F68-C3E0-41DF-86F0-D301573B2CEC}" dt="2026-06-29T07:29:56.348" v="5432" actId="255"/>
        <pc:sldMkLst>
          <pc:docMk/>
          <pc:sldMk cId="0" sldId="267"/>
        </pc:sldMkLst>
        <pc:spChg chg="mod">
          <ac:chgData name="Jun Pan (Nokia)" userId="5b16378f-0df6-4c0b-b629-00582acef32f" providerId="ADAL" clId="{C11B8F68-C3E0-41DF-86F0-D301573B2CEC}" dt="2026-06-29T07:19:22.588" v="5306" actId="1076"/>
          <ac:spMkLst>
            <pc:docMk/>
            <pc:sldMk cId="0" sldId="267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36:52.062" v="3500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5:42.717" v="1179" actId="20577"/>
          <ac:spMkLst>
            <pc:docMk/>
            <pc:sldMk cId="0" sldId="267"/>
            <ac:spMk id="12" creationId="{00000000-0000-0000-0000-000000000000}"/>
          </ac:spMkLst>
        </pc:spChg>
        <pc:spChg chg="add del mod">
          <ac:chgData name="Jun Pan (Nokia)" userId="5b16378f-0df6-4c0b-b629-00582acef32f" providerId="ADAL" clId="{C11B8F68-C3E0-41DF-86F0-D301573B2CEC}" dt="2026-06-29T07:20:12.558" v="5316" actId="207"/>
          <ac:spMkLst>
            <pc:docMk/>
            <pc:sldMk cId="0" sldId="267"/>
            <ac:spMk id="1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8:33.554" v="1219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20:33.562" v="5317" actId="207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8:33.554" v="1219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8:33.554" v="1219"/>
          <ac:spMkLst>
            <pc:docMk/>
            <pc:sldMk cId="0" sldId="267"/>
            <ac:spMk id="26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5:38:33.554" v="1219"/>
          <ac:spMkLst>
            <pc:docMk/>
            <pc:sldMk cId="0" sldId="267"/>
            <ac:spMk id="30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19:18.841" v="5304"/>
          <ac:spMkLst>
            <pc:docMk/>
            <pc:sldMk cId="0" sldId="267"/>
            <ac:spMk id="41" creationId="{5785DDBE-FC71-01D1-1ECF-E6A7AD42D384}"/>
          </ac:spMkLst>
        </pc:spChg>
        <pc:spChg chg="mod">
          <ac:chgData name="Jun Pan (Nokia)" userId="5b16378f-0df6-4c0b-b629-00582acef32f" providerId="ADAL" clId="{C11B8F68-C3E0-41DF-86F0-D301573B2CEC}" dt="2026-06-29T07:19:18.841" v="5304"/>
          <ac:spMkLst>
            <pc:docMk/>
            <pc:sldMk cId="0" sldId="267"/>
            <ac:spMk id="42" creationId="{15A3C278-8E6C-4729-2F25-73B6EEC0CD25}"/>
          </ac:spMkLst>
        </pc:spChg>
        <pc:spChg chg="mod">
          <ac:chgData name="Jun Pan (Nokia)" userId="5b16378f-0df6-4c0b-b629-00582acef32f" providerId="ADAL" clId="{C11B8F68-C3E0-41DF-86F0-D301573B2CEC}" dt="2026-06-29T07:21:02.791" v="5365" actId="20577"/>
          <ac:spMkLst>
            <pc:docMk/>
            <pc:sldMk cId="0" sldId="267"/>
            <ac:spMk id="43" creationId="{FAF2F49D-9922-E4B4-C5CF-8731246253FC}"/>
          </ac:spMkLst>
        </pc:spChg>
        <pc:spChg chg="mod">
          <ac:chgData name="Jun Pan (Nokia)" userId="5b16378f-0df6-4c0b-b629-00582acef32f" providerId="ADAL" clId="{C11B8F68-C3E0-41DF-86F0-D301573B2CEC}" dt="2026-06-29T07:19:18.841" v="5304"/>
          <ac:spMkLst>
            <pc:docMk/>
            <pc:sldMk cId="0" sldId="267"/>
            <ac:spMk id="46" creationId="{03B92E94-223C-E654-49C7-82E305C721DE}"/>
          </ac:spMkLst>
        </pc:spChg>
        <pc:spChg chg="mod">
          <ac:chgData name="Jun Pan (Nokia)" userId="5b16378f-0df6-4c0b-b629-00582acef32f" providerId="ADAL" clId="{C11B8F68-C3E0-41DF-86F0-D301573B2CEC}" dt="2026-06-29T07:19:18.841" v="5304"/>
          <ac:spMkLst>
            <pc:docMk/>
            <pc:sldMk cId="0" sldId="267"/>
            <ac:spMk id="47" creationId="{1003C86B-1ED9-1E58-829A-ABA68794B862}"/>
          </ac:spMkLst>
        </pc:spChg>
        <pc:spChg chg="mod">
          <ac:chgData name="Jun Pan (Nokia)" userId="5b16378f-0df6-4c0b-b629-00582acef32f" providerId="ADAL" clId="{C11B8F68-C3E0-41DF-86F0-D301573B2CEC}" dt="2026-06-29T07:29:56.348" v="5432" actId="255"/>
          <ac:spMkLst>
            <pc:docMk/>
            <pc:sldMk cId="0" sldId="267"/>
            <ac:spMk id="48" creationId="{D74E1F6A-7696-4146-8594-F534CD37E5B8}"/>
          </ac:spMkLst>
        </pc:spChg>
        <pc:spChg chg="mod">
          <ac:chgData name="Jun Pan (Nokia)" userId="5b16378f-0df6-4c0b-b629-00582acef32f" providerId="ADAL" clId="{C11B8F68-C3E0-41DF-86F0-D301573B2CEC}" dt="2026-06-29T07:19:39.933" v="5310" actId="6549"/>
          <ac:spMkLst>
            <pc:docMk/>
            <pc:sldMk cId="0" sldId="267"/>
            <ac:spMk id="50" creationId="{A4189ED7-5D12-FDF9-C837-6D71E06901EE}"/>
          </ac:spMkLst>
        </pc:spChg>
        <pc:spChg chg="mod">
          <ac:chgData name="Jun Pan (Nokia)" userId="5b16378f-0df6-4c0b-b629-00582acef32f" providerId="ADAL" clId="{C11B8F68-C3E0-41DF-86F0-D301573B2CEC}" dt="2026-06-29T07:19:35.173" v="5309" actId="6549"/>
          <ac:spMkLst>
            <pc:docMk/>
            <pc:sldMk cId="0" sldId="267"/>
            <ac:spMk id="54" creationId="{24E78121-262C-A2A9-AF25-3DA24A6905C5}"/>
          </ac:spMkLst>
        </pc:spChg>
        <pc:grpChg chg="mod ord">
          <ac:chgData name="Jun Pan (Nokia)" userId="5b16378f-0df6-4c0b-b629-00582acef32f" providerId="ADAL" clId="{C11B8F68-C3E0-41DF-86F0-D301573B2CEC}" dt="2026-06-29T07:19:57.113" v="5314" actId="166"/>
          <ac:grpSpMkLst>
            <pc:docMk/>
            <pc:sldMk cId="0" sldId="267"/>
            <ac:grpSpMk id="35" creationId="{00000000-0000-0000-0000-000000000000}"/>
          </ac:grpSpMkLst>
        </pc:grpChg>
        <pc:grpChg chg="mod">
          <ac:chgData name="Jun Pan (Nokia)" userId="5b16378f-0df6-4c0b-b629-00582acef32f" providerId="ADAL" clId="{C11B8F68-C3E0-41DF-86F0-D301573B2CEC}" dt="2026-06-29T07:20:03.616" v="5315" actId="14100"/>
          <ac:grpSpMkLst>
            <pc:docMk/>
            <pc:sldMk cId="0" sldId="267"/>
            <ac:grpSpMk id="39" creationId="{39918E6B-4524-D269-63D7-588648854A9B}"/>
          </ac:grpSpMkLst>
        </pc:grpChg>
      </pc:sldChg>
      <pc:sldChg chg="addSp delSp modSp mod delAnim modAnim modNotesTx">
        <pc:chgData name="Jun Pan (Nokia)" userId="5b16378f-0df6-4c0b-b629-00582acef32f" providerId="ADAL" clId="{C11B8F68-C3E0-41DF-86F0-D301573B2CEC}" dt="2026-06-29T07:39:39.471" v="5747" actId="14100"/>
        <pc:sldMkLst>
          <pc:docMk/>
          <pc:sldMk cId="0" sldId="269"/>
        </pc:sldMkLst>
        <pc:spChg chg="mod">
          <ac:chgData name="Jun Pan (Nokia)" userId="5b16378f-0df6-4c0b-b629-00582acef32f" providerId="ADAL" clId="{C11B8F68-C3E0-41DF-86F0-D301573B2CEC}" dt="2026-06-11T05:56:22.338" v="1470" actId="2057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36:56.157" v="3502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00:17.062" v="2649" actId="20577"/>
          <ac:spMkLst>
            <pc:docMk/>
            <pc:sldMk cId="0" sldId="269"/>
            <ac:spMk id="15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19" creationId="{DFCC0C63-DA9A-1EB9-B245-B29529963900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0" creationId="{E78A7B0E-6397-A488-FDEB-5B1104CB8A3B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1" creationId="{7EAA9DC2-250F-C92C-3425-AB639E102270}"/>
          </ac:spMkLst>
        </pc:spChg>
        <pc:spChg chg="mod">
          <ac:chgData name="Jun Pan (Nokia)" userId="5b16378f-0df6-4c0b-b629-00582acef32f" providerId="ADAL" clId="{C11B8F68-C3E0-41DF-86F0-D301573B2CEC}" dt="2026-06-29T07:31:13.247" v="5460" actId="20577"/>
          <ac:spMkLst>
            <pc:docMk/>
            <pc:sldMk cId="0" sldId="269"/>
            <ac:spMk id="22" creationId="{3EF035EC-92C9-C967-35EC-2A8E1C564318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3" creationId="{93291AC0-ACC7-98B8-13AB-B35BCEAD46CE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4" creationId="{B384181D-DCA3-9876-1DDE-F9C18975FE3B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5" creationId="{5E9E2793-B9A4-58C4-5A9E-C352D454D93F}"/>
          </ac:spMkLst>
        </pc:spChg>
        <pc:spChg chg="mod">
          <ac:chgData name="Jun Pan (Nokia)" userId="5b16378f-0df6-4c0b-b629-00582acef32f" providerId="ADAL" clId="{C11B8F68-C3E0-41DF-86F0-D301573B2CEC}" dt="2026-06-29T07:26:40.864" v="5366"/>
          <ac:spMkLst>
            <pc:docMk/>
            <pc:sldMk cId="0" sldId="269"/>
            <ac:spMk id="26" creationId="{B28A96CF-65DF-86BA-DAFE-60EEF7FD82F2}"/>
          </ac:spMkLst>
        </pc:spChg>
        <pc:spChg chg="mod">
          <ac:chgData name="Jun Pan (Nokia)" userId="5b16378f-0df6-4c0b-b629-00582acef32f" providerId="ADAL" clId="{C11B8F68-C3E0-41DF-86F0-D301573B2CEC}" dt="2026-06-29T07:34:09.913" v="5740" actId="20577"/>
          <ac:spMkLst>
            <pc:docMk/>
            <pc:sldMk cId="0" sldId="269"/>
            <ac:spMk id="27" creationId="{CFAAFCE8-1261-B5D6-F7B7-0E3B4E176763}"/>
          </ac:spMkLst>
        </pc:spChg>
        <pc:spChg chg="add mod ord">
          <ac:chgData name="Jun Pan (Nokia)" userId="5b16378f-0df6-4c0b-b629-00582acef32f" providerId="ADAL" clId="{C11B8F68-C3E0-41DF-86F0-D301573B2CEC}" dt="2026-06-29T07:39:39.471" v="5747" actId="14100"/>
          <ac:spMkLst>
            <pc:docMk/>
            <pc:sldMk cId="0" sldId="269"/>
            <ac:spMk id="111" creationId="{4E7784F8-94BF-E62A-B950-2CB9A1E52F2B}"/>
          </ac:spMkLst>
        </pc:spChg>
        <pc:grpChg chg="add mod ord">
          <ac:chgData name="Jun Pan (Nokia)" userId="5b16378f-0df6-4c0b-b629-00582acef32f" providerId="ADAL" clId="{C11B8F68-C3E0-41DF-86F0-D301573B2CEC}" dt="2026-06-29T07:26:50.270" v="5370" actId="167"/>
          <ac:grpSpMkLst>
            <pc:docMk/>
            <pc:sldMk cId="0" sldId="269"/>
            <ac:grpSpMk id="18" creationId="{B83283BA-AA9C-C991-09DE-DFB9443BC7A0}"/>
          </ac:grpSpMkLst>
        </pc:grpChg>
      </pc:sldChg>
      <pc:sldChg chg="addSp delSp modSp mod delAnim modAnim modNotesTx">
        <pc:chgData name="Jun Pan (Nokia)" userId="5b16378f-0df6-4c0b-b629-00582acef32f" providerId="ADAL" clId="{C11B8F68-C3E0-41DF-86F0-D301573B2CEC}" dt="2026-06-29T08:07:25.546" v="5777"/>
        <pc:sldMkLst>
          <pc:docMk/>
          <pc:sldMk cId="0" sldId="271"/>
        </pc:sldMkLst>
        <pc:spChg chg="mod">
          <ac:chgData name="Jun Pan (Nokia)" userId="5b16378f-0df6-4c0b-b629-00582acef32f" providerId="ADAL" clId="{C11B8F68-C3E0-41DF-86F0-D301573B2CEC}" dt="2026-06-11T07:36:58.826" v="3504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11T07:00:21.839" v="2653" actId="20577"/>
          <ac:spMkLst>
            <pc:docMk/>
            <pc:sldMk cId="0" sldId="271"/>
            <ac:spMk id="11" creationId="{00000000-0000-0000-0000-000000000000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15" creationId="{C65B06EE-BC83-A413-0729-D22CD7B86661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16" creationId="{6597CFE6-4029-BA3C-4A2E-2418A096990E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17" creationId="{CF6FAA2C-A4FE-6654-D9F7-325A24470D5F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18" creationId="{6ABB70F7-BDA9-9421-037D-A1A5B0BD941C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19" creationId="{DB6B1089-55C6-1AA4-860F-4D76BEFDDAA1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20" creationId="{7C7907DC-D4EA-2757-D9BC-6926854E6A54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21" creationId="{181811A2-3102-3516-B608-61AC62444654}"/>
          </ac:spMkLst>
        </pc:spChg>
        <pc:spChg chg="mod">
          <ac:chgData name="Jun Pan (Nokia)" userId="5b16378f-0df6-4c0b-b629-00582acef32f" providerId="ADAL" clId="{C11B8F68-C3E0-41DF-86F0-D301573B2CEC}" dt="2026-06-29T07:40:01.644" v="5752"/>
          <ac:spMkLst>
            <pc:docMk/>
            <pc:sldMk cId="0" sldId="271"/>
            <ac:spMk id="22" creationId="{9DF51429-BFB4-5E23-F095-F972D36FB3FF}"/>
          </ac:spMkLst>
        </pc:spChg>
        <pc:spChg chg="mod">
          <ac:chgData name="Jun Pan (Nokia)" userId="5b16378f-0df6-4c0b-b629-00582acef32f" providerId="ADAL" clId="{C11B8F68-C3E0-41DF-86F0-D301573B2CEC}" dt="2026-06-29T07:40:04.514" v="5757" actId="20577"/>
          <ac:spMkLst>
            <pc:docMk/>
            <pc:sldMk cId="0" sldId="271"/>
            <ac:spMk id="23" creationId="{7C9B4A42-5A6D-9D15-392D-ED2D263C2498}"/>
          </ac:spMkLst>
        </pc:spChg>
        <pc:spChg chg="add mod ord">
          <ac:chgData name="Jun Pan (Nokia)" userId="5b16378f-0df6-4c0b-b629-00582acef32f" providerId="ADAL" clId="{C11B8F68-C3E0-41DF-86F0-D301573B2CEC}" dt="2026-06-29T08:07:25.546" v="5777"/>
          <ac:spMkLst>
            <pc:docMk/>
            <pc:sldMk cId="0" sldId="271"/>
            <ac:spMk id="103" creationId="{A465CF8F-0143-755E-85EE-78C3E2DA3EE3}"/>
          </ac:spMkLst>
        </pc:spChg>
        <pc:grpChg chg="add mod">
          <ac:chgData name="Jun Pan (Nokia)" userId="5b16378f-0df6-4c0b-b629-00582acef32f" providerId="ADAL" clId="{C11B8F68-C3E0-41DF-86F0-D301573B2CEC}" dt="2026-06-29T07:40:01.644" v="5752"/>
          <ac:grpSpMkLst>
            <pc:docMk/>
            <pc:sldMk cId="0" sldId="271"/>
            <ac:grpSpMk id="14" creationId="{9E1D1BAE-8FC8-920B-CF5F-7D213861EDCB}"/>
          </ac:grpSpMkLst>
        </pc:grpChg>
      </pc:sldChg>
      <pc:sldChg chg="addSp delSp modSp add mod addAnim delAnim modNotesTx">
        <pc:chgData name="Jun Pan (Nokia)" userId="5b16378f-0df6-4c0b-b629-00582acef32f" providerId="ADAL" clId="{C11B8F68-C3E0-41DF-86F0-D301573B2CEC}" dt="2026-06-11T07:35:59.804" v="3488" actId="6549"/>
        <pc:sldMkLst>
          <pc:docMk/>
          <pc:sldMk cId="2511341667" sldId="275"/>
        </pc:sldMkLst>
        <pc:spChg chg="mod">
          <ac:chgData name="Jun Pan (Nokia)" userId="5b16378f-0df6-4c0b-b629-00582acef32f" providerId="ADAL" clId="{C11B8F68-C3E0-41DF-86F0-D301573B2CEC}" dt="2026-06-11T02:46:45.089" v="458" actId="20577"/>
          <ac:spMkLst>
            <pc:docMk/>
            <pc:sldMk cId="2511341667" sldId="275"/>
            <ac:spMk id="4" creationId="{CBA31495-6E9D-9EF8-BC05-375D8173D5A6}"/>
          </ac:spMkLst>
        </pc:spChg>
        <pc:spChg chg="mod">
          <ac:chgData name="Jun Pan (Nokia)" userId="5b16378f-0df6-4c0b-b629-00582acef32f" providerId="ADAL" clId="{C11B8F68-C3E0-41DF-86F0-D301573B2CEC}" dt="2026-06-11T02:33:23.936" v="348" actId="20577"/>
          <ac:spMkLst>
            <pc:docMk/>
            <pc:sldMk cId="2511341667" sldId="275"/>
            <ac:spMk id="8" creationId="{EBB3F67B-58A4-070C-C4DB-79315B2F69E2}"/>
          </ac:spMkLst>
        </pc:spChg>
        <pc:spChg chg="mod">
          <ac:chgData name="Jun Pan (Nokia)" userId="5b16378f-0df6-4c0b-b629-00582acef32f" providerId="ADAL" clId="{C11B8F68-C3E0-41DF-86F0-D301573B2CEC}" dt="2026-06-11T02:43:15.267" v="414" actId="20577"/>
          <ac:spMkLst>
            <pc:docMk/>
            <pc:sldMk cId="2511341667" sldId="275"/>
            <ac:spMk id="35" creationId="{51FBDFE7-0FA9-8F93-9E65-6663A3E47F71}"/>
          </ac:spMkLst>
        </pc:spChg>
        <pc:grpChg chg="add del">
          <ac:chgData name="Jun Pan (Nokia)" userId="5b16378f-0df6-4c0b-b629-00582acef32f" providerId="ADAL" clId="{C11B8F68-C3E0-41DF-86F0-D301573B2CEC}" dt="2026-06-11T02:44:06.051" v="421" actId="478"/>
          <ac:grpSpMkLst>
            <pc:docMk/>
            <pc:sldMk cId="2511341667" sldId="275"/>
            <ac:grpSpMk id="37" creationId="{4BAD1BBC-76A0-E745-F99E-0239A45115CE}"/>
          </ac:grpSpMkLst>
        </pc:grpChg>
        <pc:picChg chg="add mod">
          <ac:chgData name="Jun Pan (Nokia)" userId="5b16378f-0df6-4c0b-b629-00582acef32f" providerId="ADAL" clId="{C11B8F68-C3E0-41DF-86F0-D301573B2CEC}" dt="2026-06-11T02:38:49.288" v="412" actId="1076"/>
          <ac:picMkLst>
            <pc:docMk/>
            <pc:sldMk cId="2511341667" sldId="275"/>
            <ac:picMk id="12" creationId="{AA743348-4ADD-97C3-36C9-5507C81B6EFB}"/>
          </ac:picMkLst>
        </pc:picChg>
      </pc:sldChg>
      <pc:sldChg chg="delSp modSp add mod modNotesTx">
        <pc:chgData name="Jun Pan (Nokia)" userId="5b16378f-0df6-4c0b-b629-00582acef32f" providerId="ADAL" clId="{C11B8F68-C3E0-41DF-86F0-D301573B2CEC}" dt="2026-06-11T07:35:44.169" v="3486" actId="6549"/>
        <pc:sldMkLst>
          <pc:docMk/>
          <pc:sldMk cId="2993693878" sldId="276"/>
        </pc:sldMkLst>
        <pc:spChg chg="mod">
          <ac:chgData name="Jun Pan (Nokia)" userId="5b16378f-0df6-4c0b-b629-00582acef32f" providerId="ADAL" clId="{C11B8F68-C3E0-41DF-86F0-D301573B2CEC}" dt="2026-06-11T07:26:08.745" v="3485"/>
          <ac:spMkLst>
            <pc:docMk/>
            <pc:sldMk cId="2993693878" sldId="276"/>
            <ac:spMk id="15" creationId="{54A1DBA3-116E-F1F5-BC60-851897688C00}"/>
          </ac:spMkLst>
        </pc:spChg>
        <pc:spChg chg="mod">
          <ac:chgData name="Jun Pan (Nokia)" userId="5b16378f-0df6-4c0b-b629-00582acef32f" providerId="ADAL" clId="{C11B8F68-C3E0-41DF-86F0-D301573B2CEC}" dt="2026-06-11T07:26:08.745" v="3485"/>
          <ac:spMkLst>
            <pc:docMk/>
            <pc:sldMk cId="2993693878" sldId="276"/>
            <ac:spMk id="16" creationId="{BE091034-661D-EBF1-4C93-5DCF544D93AB}"/>
          </ac:spMkLst>
        </pc:spChg>
        <pc:spChg chg="mod">
          <ac:chgData name="Jun Pan (Nokia)" userId="5b16378f-0df6-4c0b-b629-00582acef32f" providerId="ADAL" clId="{C11B8F68-C3E0-41DF-86F0-D301573B2CEC}" dt="2026-06-11T07:26:08.745" v="3485"/>
          <ac:spMkLst>
            <pc:docMk/>
            <pc:sldMk cId="2993693878" sldId="276"/>
            <ac:spMk id="17" creationId="{4EF5FF27-6D48-A3ED-44F8-60B6A9B78AFF}"/>
          </ac:spMkLst>
        </pc:spChg>
        <pc:spChg chg="mod">
          <ac:chgData name="Jun Pan (Nokia)" userId="5b16378f-0df6-4c0b-b629-00582acef32f" providerId="ADAL" clId="{C11B8F68-C3E0-41DF-86F0-D301573B2CEC}" dt="2026-06-11T07:26:08.745" v="3485"/>
          <ac:spMkLst>
            <pc:docMk/>
            <pc:sldMk cId="2993693878" sldId="276"/>
            <ac:spMk id="18" creationId="{FC5A942D-0885-5FC9-4DAD-73410C635032}"/>
          </ac:spMkLst>
        </pc:spChg>
        <pc:grpChg chg="mod">
          <ac:chgData name="Jun Pan (Nokia)" userId="5b16378f-0df6-4c0b-b629-00582acef32f" providerId="ADAL" clId="{C11B8F68-C3E0-41DF-86F0-D301573B2CEC}" dt="2026-06-11T07:26:08.745" v="3485"/>
          <ac:grpSpMkLst>
            <pc:docMk/>
            <pc:sldMk cId="2993693878" sldId="276"/>
            <ac:grpSpMk id="19" creationId="{04048811-C5DD-2D28-05EF-933528A031A3}"/>
          </ac:grpSpMkLst>
        </pc:grpChg>
      </pc:sldChg>
      <pc:sldChg chg="addSp modSp add mod">
        <pc:chgData name="Jun Pan (Nokia)" userId="5b16378f-0df6-4c0b-b629-00582acef32f" providerId="ADAL" clId="{C11B8F68-C3E0-41DF-86F0-D301573B2CEC}" dt="2026-07-01T01:23:45.951" v="6864" actId="1076"/>
        <pc:sldMkLst>
          <pc:docMk/>
          <pc:sldMk cId="3232331481" sldId="280"/>
        </pc:sldMkLst>
        <pc:spChg chg="mod">
          <ac:chgData name="Jun Pan (Nokia)" userId="5b16378f-0df6-4c0b-b629-00582acef32f" providerId="ADAL" clId="{C11B8F68-C3E0-41DF-86F0-D301573B2CEC}" dt="2026-06-11T07:37:08.181" v="3510" actId="20577"/>
          <ac:spMkLst>
            <pc:docMk/>
            <pc:sldMk cId="3232331481" sldId="280"/>
            <ac:spMk id="4" creationId="{8AB74BA4-90D1-3BFF-F0FA-6B912C60056D}"/>
          </ac:spMkLst>
        </pc:spChg>
        <pc:spChg chg="mod">
          <ac:chgData name="Jun Pan (Nokia)" userId="5b16378f-0df6-4c0b-b629-00582acef32f" providerId="ADAL" clId="{C11B8F68-C3E0-41DF-86F0-D301573B2CEC}" dt="2026-06-11T07:03:19.247" v="2770" actId="20577"/>
          <ac:spMkLst>
            <pc:docMk/>
            <pc:sldMk cId="3232331481" sldId="280"/>
            <ac:spMk id="8" creationId="{05DABA97-9F33-0451-E545-8C5B30D4CD36}"/>
          </ac:spMkLst>
        </pc:spChg>
        <pc:spChg chg="mod">
          <ac:chgData name="Jun Pan (Nokia)" userId="5b16378f-0df6-4c0b-b629-00582acef32f" providerId="ADAL" clId="{C11B8F68-C3E0-41DF-86F0-D301573B2CEC}" dt="2026-07-01T01:23:31.394" v="6859" actId="6549"/>
          <ac:spMkLst>
            <pc:docMk/>
            <pc:sldMk cId="3232331481" sldId="280"/>
            <ac:spMk id="11" creationId="{9E085A94-8C07-3FBE-D0B1-56F1C343CDA8}"/>
          </ac:spMkLst>
        </pc:spChg>
        <pc:picChg chg="add mod">
          <ac:chgData name="Jun Pan (Nokia)" userId="5b16378f-0df6-4c0b-b629-00582acef32f" providerId="ADAL" clId="{C11B8F68-C3E0-41DF-86F0-D301573B2CEC}" dt="2026-07-01T01:23:45.951" v="6864" actId="1076"/>
          <ac:picMkLst>
            <pc:docMk/>
            <pc:sldMk cId="3232331481" sldId="280"/>
            <ac:picMk id="13" creationId="{7E21837A-8CE5-9A8E-9B13-6EC2AD053033}"/>
          </ac:picMkLst>
        </pc:picChg>
      </pc:sldChg>
      <pc:sldChg chg="addSp delSp modSp add mod modAnim">
        <pc:chgData name="Jun Pan (Nokia)" userId="5b16378f-0df6-4c0b-b629-00582acef32f" providerId="ADAL" clId="{C11B8F68-C3E0-41DF-86F0-D301573B2CEC}" dt="2026-06-29T09:29:15.031" v="6081" actId="207"/>
        <pc:sldMkLst>
          <pc:docMk/>
          <pc:sldMk cId="55053975" sldId="282"/>
        </pc:sldMkLst>
        <pc:spChg chg="mod">
          <ac:chgData name="Jun Pan (Nokia)" userId="5b16378f-0df6-4c0b-b629-00582acef32f" providerId="ADAL" clId="{C11B8F68-C3E0-41DF-86F0-D301573B2CEC}" dt="2026-06-29T08:32:07.308" v="5815"/>
          <ac:spMkLst>
            <pc:docMk/>
            <pc:sldMk cId="55053975" sldId="282"/>
            <ac:spMk id="13" creationId="{0DE21CE7-D6AE-1A7D-0062-601740F95D4F}"/>
          </ac:spMkLst>
        </pc:spChg>
        <pc:spChg chg="mod">
          <ac:chgData name="Jun Pan (Nokia)" userId="5b16378f-0df6-4c0b-b629-00582acef32f" providerId="ADAL" clId="{C11B8F68-C3E0-41DF-86F0-D301573B2CEC}" dt="2026-06-29T09:28:55.589" v="6079" actId="207"/>
          <ac:spMkLst>
            <pc:docMk/>
            <pc:sldMk cId="55053975" sldId="282"/>
            <ac:spMk id="14" creationId="{1FE2A10B-31EA-9CAC-817A-EDACB1348E5F}"/>
          </ac:spMkLst>
        </pc:spChg>
        <pc:spChg chg="mod">
          <ac:chgData name="Jun Pan (Nokia)" userId="5b16378f-0df6-4c0b-b629-00582acef32f" providerId="ADAL" clId="{C11B8F68-C3E0-41DF-86F0-D301573B2CEC}" dt="2026-06-29T08:32:07.308" v="5815"/>
          <ac:spMkLst>
            <pc:docMk/>
            <pc:sldMk cId="55053975" sldId="282"/>
            <ac:spMk id="15" creationId="{83B76077-A803-10E8-3B12-CA334648325F}"/>
          </ac:spMkLst>
        </pc:spChg>
        <pc:spChg chg="mod">
          <ac:chgData name="Jun Pan (Nokia)" userId="5b16378f-0df6-4c0b-b629-00582acef32f" providerId="ADAL" clId="{C11B8F68-C3E0-41DF-86F0-D301573B2CEC}" dt="2026-06-29T08:32:07.308" v="5815"/>
          <ac:spMkLst>
            <pc:docMk/>
            <pc:sldMk cId="55053975" sldId="282"/>
            <ac:spMk id="16" creationId="{ED346463-039C-56F7-598C-4935CEAADFA1}"/>
          </ac:spMkLst>
        </pc:spChg>
        <pc:spChg chg="mod">
          <ac:chgData name="Jun Pan (Nokia)" userId="5b16378f-0df6-4c0b-b629-00582acef32f" providerId="ADAL" clId="{C11B8F68-C3E0-41DF-86F0-D301573B2CEC}" dt="2026-06-29T08:32:07.308" v="5815"/>
          <ac:spMkLst>
            <pc:docMk/>
            <pc:sldMk cId="55053975" sldId="282"/>
            <ac:spMk id="22" creationId="{241F39D9-F9FD-E209-FC4C-16CA4EA9DFE8}"/>
          </ac:spMkLst>
        </pc:spChg>
        <pc:spChg chg="mod">
          <ac:chgData name="Jun Pan (Nokia)" userId="5b16378f-0df6-4c0b-b629-00582acef32f" providerId="ADAL" clId="{C11B8F68-C3E0-41DF-86F0-D301573B2CEC}" dt="2026-06-29T09:24:49.860" v="6073" actId="1035"/>
          <ac:spMkLst>
            <pc:docMk/>
            <pc:sldMk cId="55053975" sldId="282"/>
            <ac:spMk id="23" creationId="{C70B72BF-790E-68F5-7CE3-586BE6AC75E2}"/>
          </ac:spMkLst>
        </pc:spChg>
        <pc:spChg chg="mod">
          <ac:chgData name="Jun Pan (Nokia)" userId="5b16378f-0df6-4c0b-b629-00582acef32f" providerId="ADAL" clId="{C11B8F68-C3E0-41DF-86F0-D301573B2CEC}" dt="2026-06-29T09:24:49.860" v="6073" actId="1035"/>
          <ac:spMkLst>
            <pc:docMk/>
            <pc:sldMk cId="55053975" sldId="282"/>
            <ac:spMk id="24" creationId="{8CD82958-D8E3-DC6E-F77E-F6DEAEC889F0}"/>
          </ac:spMkLst>
        </pc:spChg>
        <pc:spChg chg="mod">
          <ac:chgData name="Jun Pan (Nokia)" userId="5b16378f-0df6-4c0b-b629-00582acef32f" providerId="ADAL" clId="{C11B8F68-C3E0-41DF-86F0-D301573B2CEC}" dt="2026-06-29T08:33:39.925" v="5848"/>
          <ac:spMkLst>
            <pc:docMk/>
            <pc:sldMk cId="55053975" sldId="282"/>
            <ac:spMk id="46" creationId="{E6D9A1E8-471B-3D74-721E-AEA423B758C0}"/>
          </ac:spMkLst>
        </pc:spChg>
        <pc:spChg chg="mod">
          <ac:chgData name="Jun Pan (Nokia)" userId="5b16378f-0df6-4c0b-b629-00582acef32f" providerId="ADAL" clId="{C11B8F68-C3E0-41DF-86F0-D301573B2CEC}" dt="2026-06-29T09:29:08.158" v="6080" actId="207"/>
          <ac:spMkLst>
            <pc:docMk/>
            <pc:sldMk cId="55053975" sldId="282"/>
            <ac:spMk id="47" creationId="{53AF4C10-594A-6D2E-4A69-6245AC28D79D}"/>
          </ac:spMkLst>
        </pc:spChg>
        <pc:spChg chg="mod">
          <ac:chgData name="Jun Pan (Nokia)" userId="5b16378f-0df6-4c0b-b629-00582acef32f" providerId="ADAL" clId="{C11B8F68-C3E0-41DF-86F0-D301573B2CEC}" dt="2026-06-29T09:29:15.031" v="6081" actId="207"/>
          <ac:spMkLst>
            <pc:docMk/>
            <pc:sldMk cId="55053975" sldId="282"/>
            <ac:spMk id="48" creationId="{0F6FCF09-93EB-0BD6-042F-FEDA29CB9F5B}"/>
          </ac:spMkLst>
        </pc:spChg>
        <pc:spChg chg="mod">
          <ac:chgData name="Jun Pan (Nokia)" userId="5b16378f-0df6-4c0b-b629-00582acef32f" providerId="ADAL" clId="{C11B8F68-C3E0-41DF-86F0-D301573B2CEC}" dt="2026-06-29T08:33:42.877" v="5850" actId="20577"/>
          <ac:spMkLst>
            <pc:docMk/>
            <pc:sldMk cId="55053975" sldId="282"/>
            <ac:spMk id="49" creationId="{B3A0C8DD-AA49-B6B4-ECE9-02AEB64E9927}"/>
          </ac:spMkLst>
        </pc:spChg>
        <pc:spChg chg="add mod">
          <ac:chgData name="Jun Pan (Nokia)" userId="5b16378f-0df6-4c0b-b629-00582acef32f" providerId="ADAL" clId="{C11B8F68-C3E0-41DF-86F0-D301573B2CEC}" dt="2026-06-29T09:23:42.057" v="6063" actId="113"/>
          <ac:spMkLst>
            <pc:docMk/>
            <pc:sldMk cId="55053975" sldId="282"/>
            <ac:spMk id="66" creationId="{06294887-9FF8-5F96-07C5-7D751D241211}"/>
          </ac:spMkLst>
        </pc:spChg>
        <pc:spChg chg="add mod">
          <ac:chgData name="Jun Pan (Nokia)" userId="5b16378f-0df6-4c0b-b629-00582acef32f" providerId="ADAL" clId="{C11B8F68-C3E0-41DF-86F0-D301573B2CEC}" dt="2026-06-29T09:23:16.020" v="6062"/>
          <ac:spMkLst>
            <pc:docMk/>
            <pc:sldMk cId="55053975" sldId="282"/>
            <ac:spMk id="67" creationId="{3B728EC5-6D6F-09CB-5F28-7913A0384180}"/>
          </ac:spMkLst>
        </pc:spChg>
        <pc:grpChg chg="mod">
          <ac:chgData name="Jun Pan (Nokia)" userId="5b16378f-0df6-4c0b-b629-00582acef32f" providerId="ADAL" clId="{C11B8F68-C3E0-41DF-86F0-D301573B2CEC}" dt="2026-06-29T08:32:07.308" v="5815"/>
          <ac:grpSpMkLst>
            <pc:docMk/>
            <pc:sldMk cId="55053975" sldId="282"/>
            <ac:grpSpMk id="12" creationId="{EDD452C3-DACE-DB4D-CBE4-B61AEA32A4A2}"/>
          </ac:grpSpMkLst>
        </pc:grpChg>
        <pc:grpChg chg="mod">
          <ac:chgData name="Jun Pan (Nokia)" userId="5b16378f-0df6-4c0b-b629-00582acef32f" providerId="ADAL" clId="{C11B8F68-C3E0-41DF-86F0-D301573B2CEC}" dt="2026-06-29T08:33:39.925" v="5848"/>
          <ac:grpSpMkLst>
            <pc:docMk/>
            <pc:sldMk cId="55053975" sldId="282"/>
            <ac:grpSpMk id="45" creationId="{5E65E8F8-AC31-73CB-8CCB-D6E7C088215F}"/>
          </ac:grpSpMkLst>
        </pc:grpChg>
      </pc:sldChg>
      <pc:sldChg chg="addSp delSp modSp add mod ord modAnim">
        <pc:chgData name="Jun Pan (Nokia)" userId="5b16378f-0df6-4c0b-b629-00582acef32f" providerId="ADAL" clId="{C11B8F68-C3E0-41DF-86F0-D301573B2CEC}" dt="2026-06-29T09:40:48.367" v="6177" actId="20577"/>
        <pc:sldMkLst>
          <pc:docMk/>
          <pc:sldMk cId="364386446" sldId="283"/>
        </pc:sldMkLst>
        <pc:spChg chg="mod">
          <ac:chgData name="Jun Pan (Nokia)" userId="5b16378f-0df6-4c0b-b629-00582acef32f" providerId="ADAL" clId="{C11B8F68-C3E0-41DF-86F0-D301573B2CEC}" dt="2026-06-29T09:24:30.265" v="6068"/>
          <ac:spMkLst>
            <pc:docMk/>
            <pc:sldMk cId="364386446" sldId="283"/>
            <ac:spMk id="13" creationId="{FCB61849-4D04-E8C8-04CD-A1D25535658C}"/>
          </ac:spMkLst>
        </pc:spChg>
        <pc:spChg chg="mod">
          <ac:chgData name="Jun Pan (Nokia)" userId="5b16378f-0df6-4c0b-b629-00582acef32f" providerId="ADAL" clId="{C11B8F68-C3E0-41DF-86F0-D301573B2CEC}" dt="2026-06-29T09:24:30.265" v="6068"/>
          <ac:spMkLst>
            <pc:docMk/>
            <pc:sldMk cId="364386446" sldId="283"/>
            <ac:spMk id="15" creationId="{8FEA7281-D819-590E-EFFC-2FF90D643C91}"/>
          </ac:spMkLst>
        </pc:spChg>
        <pc:spChg chg="mod">
          <ac:chgData name="Jun Pan (Nokia)" userId="5b16378f-0df6-4c0b-b629-00582acef32f" providerId="ADAL" clId="{C11B8F68-C3E0-41DF-86F0-D301573B2CEC}" dt="2026-06-29T09:40:48.367" v="6177" actId="20577"/>
          <ac:spMkLst>
            <pc:docMk/>
            <pc:sldMk cId="364386446" sldId="283"/>
            <ac:spMk id="16" creationId="{BFFBDE62-B6A0-0AEE-6BAF-AC620C1C2771}"/>
          </ac:spMkLst>
        </pc:spChg>
        <pc:spChg chg="mod">
          <ac:chgData name="Jun Pan (Nokia)" userId="5b16378f-0df6-4c0b-b629-00582acef32f" providerId="ADAL" clId="{C11B8F68-C3E0-41DF-86F0-D301573B2CEC}" dt="2026-06-29T09:24:30.265" v="6068"/>
          <ac:spMkLst>
            <pc:docMk/>
            <pc:sldMk cId="364386446" sldId="283"/>
            <ac:spMk id="22" creationId="{C60166A3-2508-B345-5796-13664B7A2C17}"/>
          </ac:spMkLst>
        </pc:spChg>
        <pc:spChg chg="mod">
          <ac:chgData name="Jun Pan (Nokia)" userId="5b16378f-0df6-4c0b-b629-00582acef32f" providerId="ADAL" clId="{C11B8F68-C3E0-41DF-86F0-D301573B2CEC}" dt="2026-06-29T09:40:42.153" v="6166" actId="20577"/>
          <ac:spMkLst>
            <pc:docMk/>
            <pc:sldMk cId="364386446" sldId="283"/>
            <ac:spMk id="24" creationId="{956880E6-9892-CC20-5857-E7F93D4FF9DC}"/>
          </ac:spMkLst>
        </pc:spChg>
        <pc:spChg chg="add mod">
          <ac:chgData name="Jun Pan (Nokia)" userId="5b16378f-0df6-4c0b-b629-00582acef32f" providerId="ADAL" clId="{C11B8F68-C3E0-41DF-86F0-D301573B2CEC}" dt="2026-06-29T09:40:22.969" v="6128" actId="20577"/>
          <ac:spMkLst>
            <pc:docMk/>
            <pc:sldMk cId="364386446" sldId="283"/>
            <ac:spMk id="26" creationId="{BDCAEAF6-A0B7-6A2B-F306-3744887FC804}"/>
          </ac:spMkLst>
        </pc:spChg>
        <pc:spChg chg="add mod">
          <ac:chgData name="Jun Pan (Nokia)" userId="5b16378f-0df6-4c0b-b629-00582acef32f" providerId="ADAL" clId="{C11B8F68-C3E0-41DF-86F0-D301573B2CEC}" dt="2026-06-29T09:37:41.121" v="6117" actId="12"/>
          <ac:spMkLst>
            <pc:docMk/>
            <pc:sldMk cId="364386446" sldId="283"/>
            <ac:spMk id="28" creationId="{65071652-B83F-6F17-5F38-FEE3BA4E5828}"/>
          </ac:spMkLst>
        </pc:spChg>
      </pc:sldChg>
      <pc:sldChg chg="modSp add mod">
        <pc:chgData name="Jun Pan (Nokia)" userId="5b16378f-0df6-4c0b-b629-00582acef32f" providerId="ADAL" clId="{C11B8F68-C3E0-41DF-86F0-D301573B2CEC}" dt="2026-07-01T01:22:33.304" v="6827" actId="20577"/>
        <pc:sldMkLst>
          <pc:docMk/>
          <pc:sldMk cId="704617437" sldId="284"/>
        </pc:sldMkLst>
        <pc:spChg chg="mod">
          <ac:chgData name="Jun Pan (Nokia)" userId="5b16378f-0df6-4c0b-b629-00582acef32f" providerId="ADAL" clId="{C11B8F68-C3E0-41DF-86F0-D301573B2CEC}" dt="2026-07-01T01:21:47.434" v="6774" actId="20577"/>
          <ac:spMkLst>
            <pc:docMk/>
            <pc:sldMk cId="704617437" sldId="284"/>
            <ac:spMk id="4" creationId="{C8C2E428-155E-C323-5CF7-A74694FDE308}"/>
          </ac:spMkLst>
        </pc:spChg>
        <pc:spChg chg="mod">
          <ac:chgData name="Jun Pan (Nokia)" userId="5b16378f-0df6-4c0b-b629-00582acef32f" providerId="ADAL" clId="{C11B8F68-C3E0-41DF-86F0-D301573B2CEC}" dt="2026-07-01T01:22:02.418" v="6799" actId="20577"/>
          <ac:spMkLst>
            <pc:docMk/>
            <pc:sldMk cId="704617437" sldId="284"/>
            <ac:spMk id="8" creationId="{DBF369BE-35D3-1511-C166-148E971AB4AF}"/>
          </ac:spMkLst>
        </pc:spChg>
        <pc:spChg chg="mod">
          <ac:chgData name="Jun Pan (Nokia)" userId="5b16378f-0df6-4c0b-b629-00582acef32f" providerId="ADAL" clId="{C11B8F68-C3E0-41DF-86F0-D301573B2CEC}" dt="2026-07-01T01:22:33.304" v="6827" actId="20577"/>
          <ac:spMkLst>
            <pc:docMk/>
            <pc:sldMk cId="704617437" sldId="284"/>
            <ac:spMk id="11" creationId="{B64BE8F4-9414-73A7-DB10-2703E44F1C1E}"/>
          </ac:spMkLst>
        </pc:spChg>
      </pc:sldChg>
    </pc:docChg>
  </pc:docChgLst>
  <pc:docChgLst>
    <pc:chgData name="Zhenhua Tang (Nokia)" userId="S::zhenhua.tang@nokia.com::676a8530-6eec-4cc2-89d6-d33f7d73c639" providerId="AD" clId="Web-{9D468D40-F460-0879-2673-26FFD5FE1140}"/>
    <pc:docChg chg="modSld">
      <pc:chgData name="Zhenhua Tang (Nokia)" userId="S::zhenhua.tang@nokia.com::676a8530-6eec-4cc2-89d6-d33f7d73c639" providerId="AD" clId="Web-{9D468D40-F460-0879-2673-26FFD5FE1140}" dt="2026-07-01T05:46:20.258" v="0" actId="1076"/>
      <pc:docMkLst>
        <pc:docMk/>
      </pc:docMkLst>
      <pc:sldChg chg="modSp">
        <pc:chgData name="Zhenhua Tang (Nokia)" userId="S::zhenhua.tang@nokia.com::676a8530-6eec-4cc2-89d6-d33f7d73c639" providerId="AD" clId="Web-{9D468D40-F460-0879-2673-26FFD5FE1140}" dt="2026-07-01T05:46:20.258" v="0" actId="1076"/>
        <pc:sldMkLst>
          <pc:docMk/>
          <pc:sldMk cId="0" sldId="262"/>
        </pc:sldMkLst>
        <pc:spChg chg="mod">
          <ac:chgData name="Zhenhua Tang (Nokia)" userId="S::zhenhua.tang@nokia.com::676a8530-6eec-4cc2-89d6-d33f7d73c639" providerId="AD" clId="Web-{9D468D40-F460-0879-2673-26FFD5FE1140}" dt="2026-07-01T05:46:20.258" v="0" actId="1076"/>
          <ac:spMkLst>
            <pc:docMk/>
            <pc:sldMk cId="0" sldId="262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28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C7FC-E2E1-9112-6B25-B06727DDE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D338EF-EF0C-CD45-0FF1-BF2FB8A250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48A2B4-243C-355D-0CEA-BE1EECCDE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840522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12559A-2E7D-026F-0144-EE7FC2542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403395-EFB4-4672-5A91-35F898C3F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B8891D-8C90-90D7-373A-8583B69A6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060844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5B201-2533-FFC3-3B1E-671525DF2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F0AA1-85CE-1AB4-B07F-7E3B1FBAF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D28C8-157B-BFA9-802A-81D17322B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7710791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BD201-DC4B-5C76-3BAA-45AB3F2D5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29C466-E689-76BD-8D50-79E4E730E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64AB8-2FCD-6EDC-AB10-0C592C577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3830844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8350D-B3A2-75D3-80C8-132403065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62D746-74E4-70CD-D170-E35091D02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1E4E2-7CF9-CCC6-5167-D4513A9B9E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6209630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F3AB0-D0B6-8187-A12C-7C37E227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6262A-A45A-85C8-C495-EF15EF9DE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89FB6-D078-A25A-54AC-E50FC31F1E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  <p:extLst>
      <p:ext uri="{BB962C8B-B14F-4D97-AF65-F5344CB8AC3E}">
        <p14:creationId xmlns:p14="http://schemas.microsoft.com/office/powerpoint/2010/main" val="1665844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achelos/we-mp-rs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563EB"/>
                </a:solidFill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563EB"/>
                </a:solidFill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31056" y="-508635"/>
            <a:ext cx="3429000" cy="7429500"/>
            <a:chOff x="9144000" y="-571500"/>
            <a:chExt cx="3429000" cy="7429500"/>
          </a:xfrm>
        </p:grpSpPr>
        <p:sp>
          <p:nvSpPr>
            <p:cNvPr id="5" name="Ellipse 5"/>
            <p:cNvSpPr/>
            <p:nvPr/>
          </p:nvSpPr>
          <p:spPr>
            <a:xfrm>
              <a:off x="9144000" y="-571500"/>
              <a:ext cx="3429000" cy="3429000"/>
            </a:xfrm>
            <a:prstGeom prst="ellipse">
              <a:avLst/>
            </a:prstGeom>
            <a:solidFill>
              <a:srgbClr val="DBEAFE">
                <a:alpha val="5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Ellipse 6"/>
            <p:cNvSpPr/>
            <p:nvPr/>
          </p:nvSpPr>
          <p:spPr>
            <a:xfrm>
              <a:off x="10096500" y="4572000"/>
              <a:ext cx="2286000" cy="2286000"/>
            </a:xfrm>
            <a:prstGeom prst="ellipse">
              <a:avLst/>
            </a:prstGeom>
            <a:solidFill>
              <a:srgbClr val="F97316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468056" y="2574116"/>
            <a:ext cx="8119210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altLang="zh-CN" sz="45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AI</a:t>
            </a:r>
            <a:r>
              <a:rPr lang="zh-CN" altLang="en-US" sz="45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技术实践 </a:t>
            </a:r>
            <a:r>
              <a:rPr lang="en-US" altLang="zh-CN" sz="45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– </a:t>
            </a:r>
            <a:r>
              <a:rPr lang="zh-CN" altLang="en-US" sz="4500" b="1">
                <a:solidFill>
                  <a:srgbClr val="2563EB"/>
                </a:solidFill>
                <a:latin typeface="Segoe UI"/>
                <a:ea typeface="Microsoft YaHei"/>
                <a:cs typeface="Segoe UI"/>
              </a:rPr>
              <a:t>真实赚钱案例分享</a:t>
            </a:r>
            <a:endParaRPr lang="zh-CN" sz="4500" b="1">
              <a:solidFill>
                <a:srgbClr val="0F172A"/>
              </a:solidFill>
              <a:latin typeface="Segoe UI"/>
              <a:ea typeface="Microsoft YaHe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48C4-A972-2A61-9248-EB86F3D2C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72432819-4229-872F-4E6D-C2340B1F401D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E438C855-4EA9-B8A5-F041-4BDB30455172}"/>
                </a:ext>
              </a:extLst>
            </p:cNvPr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563EB"/>
                </a:solidFill>
              </a:endParaRPr>
            </a:p>
          </p:txBody>
        </p:sp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614B3AF0-9901-9FE7-FB5F-B6086F46C0F9}"/>
                </a:ext>
              </a:extLst>
            </p:cNvPr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rgbClr val="2563EB"/>
                </a:solidFill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5C19D8C-D387-9037-AD6A-349DD2395B64}"/>
              </a:ext>
            </a:extLst>
          </p:cNvPr>
          <p:cNvGrpSpPr/>
          <p:nvPr/>
        </p:nvGrpSpPr>
        <p:grpSpPr>
          <a:xfrm>
            <a:off x="9231056" y="-508635"/>
            <a:ext cx="3429000" cy="7429500"/>
            <a:chOff x="9144000" y="-571500"/>
            <a:chExt cx="3429000" cy="7429500"/>
          </a:xfrm>
        </p:grpSpPr>
        <p:sp>
          <p:nvSpPr>
            <p:cNvPr id="5" name="Ellipse 5">
              <a:extLst>
                <a:ext uri="{FF2B5EF4-FFF2-40B4-BE49-F238E27FC236}">
                  <a16:creationId xmlns:a16="http://schemas.microsoft.com/office/drawing/2014/main" id="{148299B0-2F53-A3F2-0B8D-16130A8265A8}"/>
                </a:ext>
              </a:extLst>
            </p:cNvPr>
            <p:cNvSpPr/>
            <p:nvPr/>
          </p:nvSpPr>
          <p:spPr>
            <a:xfrm>
              <a:off x="9144000" y="-571500"/>
              <a:ext cx="3429000" cy="3429000"/>
            </a:xfrm>
            <a:prstGeom prst="ellipse">
              <a:avLst/>
            </a:prstGeom>
            <a:solidFill>
              <a:srgbClr val="DBEAFE">
                <a:alpha val="5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Ellipse 6">
              <a:extLst>
                <a:ext uri="{FF2B5EF4-FFF2-40B4-BE49-F238E27FC236}">
                  <a16:creationId xmlns:a16="http://schemas.microsoft.com/office/drawing/2014/main" id="{5FE94835-F3BC-8E03-D844-515AD4C6674C}"/>
                </a:ext>
              </a:extLst>
            </p:cNvPr>
            <p:cNvSpPr/>
            <p:nvPr/>
          </p:nvSpPr>
          <p:spPr>
            <a:xfrm>
              <a:off x="10096500" y="4572000"/>
              <a:ext cx="2286000" cy="2286000"/>
            </a:xfrm>
            <a:prstGeom prst="ellipse">
              <a:avLst/>
            </a:prstGeom>
            <a:solidFill>
              <a:srgbClr val="F97316">
                <a:alpha val="1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F73682A-AEAF-EA05-1497-CB002FB816F3}"/>
              </a:ext>
            </a:extLst>
          </p:cNvPr>
          <p:cNvGrpSpPr/>
          <p:nvPr/>
        </p:nvGrpSpPr>
        <p:grpSpPr>
          <a:xfrm>
            <a:off x="468056" y="552450"/>
            <a:ext cx="990600" cy="990600"/>
            <a:chOff x="1123950" y="1409700"/>
            <a:chExt cx="990600" cy="990600"/>
          </a:xfrm>
        </p:grpSpPr>
        <p:sp>
          <p:nvSpPr>
            <p:cNvPr id="9" name="Ellipse 9">
              <a:extLst>
                <a:ext uri="{FF2B5EF4-FFF2-40B4-BE49-F238E27FC236}">
                  <a16:creationId xmlns:a16="http://schemas.microsoft.com/office/drawing/2014/main" id="{84B66EAB-2EEC-7898-4070-8E65202EC660}"/>
                </a:ext>
              </a:extLst>
            </p:cNvPr>
            <p:cNvSpPr/>
            <p:nvPr/>
          </p:nvSpPr>
          <p:spPr>
            <a:xfrm>
              <a:off x="1123950" y="1409700"/>
              <a:ext cx="990600" cy="9906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9B22BDD1-A093-C996-4C40-AB2891A8DD15}"/>
                </a:ext>
              </a:extLst>
            </p:cNvPr>
            <p:cNvGrpSpPr/>
            <p:nvPr/>
          </p:nvGrpSpPr>
          <p:grpSpPr>
            <a:xfrm>
              <a:off x="1408027" y="1701800"/>
              <a:ext cx="414423" cy="414423"/>
              <a:chOff x="1408027" y="1701800"/>
              <a:chExt cx="414423" cy="414423"/>
            </a:xfrm>
          </p:grpSpPr>
          <p:sp>
            <p:nvSpPr>
              <p:cNvPr id="10" name="Freeform 10">
                <a:extLst>
                  <a:ext uri="{FF2B5EF4-FFF2-40B4-BE49-F238E27FC236}">
                    <a16:creationId xmlns:a16="http://schemas.microsoft.com/office/drawing/2014/main" id="{D6BBEE5E-1D92-7A3C-0A47-FA5C550FDC75}"/>
                  </a:ext>
                </a:extLst>
              </p:cNvPr>
              <p:cNvSpPr/>
              <p:nvPr/>
            </p:nvSpPr>
            <p:spPr>
              <a:xfrm>
                <a:off x="1416050" y="1701800"/>
                <a:ext cx="40640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06400" h="406400">
                    <a:moveTo>
                      <a:pt x="0" y="228600"/>
                    </a:moveTo>
                    <a:cubicBezTo>
                      <a:pt x="93223" y="239679"/>
                      <a:pt x="166721" y="313177"/>
                      <a:pt x="177800" y="406400"/>
                    </a:cubicBezTo>
                    <a:cubicBezTo>
                      <a:pt x="223446" y="380085"/>
                      <a:pt x="252261" y="332059"/>
                      <a:pt x="254000" y="279400"/>
                    </a:cubicBezTo>
                    <a:cubicBezTo>
                      <a:pt x="341218" y="248718"/>
                      <a:pt x="401366" y="168520"/>
                      <a:pt x="406400" y="76200"/>
                    </a:cubicBezTo>
                    <a:cubicBezTo>
                      <a:pt x="406400" y="34116"/>
                      <a:pt x="372284" y="0"/>
                      <a:pt x="330200" y="0"/>
                    </a:cubicBezTo>
                    <a:cubicBezTo>
                      <a:pt x="237880" y="5034"/>
                      <a:pt x="157682" y="65182"/>
                      <a:pt x="127000" y="152400"/>
                    </a:cubicBezTo>
                    <a:cubicBezTo>
                      <a:pt x="74341" y="154139"/>
                      <a:pt x="26315" y="182954"/>
                      <a:pt x="0" y="2286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>
                <a:extLst>
                  <a:ext uri="{FF2B5EF4-FFF2-40B4-BE49-F238E27FC236}">
                    <a16:creationId xmlns:a16="http://schemas.microsoft.com/office/drawing/2014/main" id="{4724FE41-84F9-686A-177C-395B01C60DF9}"/>
                  </a:ext>
                </a:extLst>
              </p:cNvPr>
              <p:cNvSpPr/>
              <p:nvPr/>
            </p:nvSpPr>
            <p:spPr>
              <a:xfrm>
                <a:off x="1408027" y="1955800"/>
                <a:ext cx="160423" cy="160423"/>
              </a:xfrm>
              <a:custGeom>
                <a:avLst/>
                <a:gdLst/>
                <a:ahLst/>
                <a:cxnLst/>
                <a:rect l="l" t="t" r="r" b="b"/>
                <a:pathLst>
                  <a:path w="160423" h="160423">
                    <a:moveTo>
                      <a:pt x="84223" y="0"/>
                    </a:moveTo>
                    <a:cubicBezTo>
                      <a:pt x="30145" y="30530"/>
                      <a:pt x="0" y="90820"/>
                      <a:pt x="8023" y="152400"/>
                    </a:cubicBezTo>
                    <a:cubicBezTo>
                      <a:pt x="69603" y="160423"/>
                      <a:pt x="129893" y="130278"/>
                      <a:pt x="160423" y="762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>
                <a:extLst>
                  <a:ext uri="{FF2B5EF4-FFF2-40B4-BE49-F238E27FC236}">
                    <a16:creationId xmlns:a16="http://schemas.microsoft.com/office/drawing/2014/main" id="{AAC009C9-7AF2-19E2-8F7C-51673681DF82}"/>
                  </a:ext>
                </a:extLst>
              </p:cNvPr>
              <p:cNvSpPr/>
              <p:nvPr/>
            </p:nvSpPr>
            <p:spPr>
              <a:xfrm>
                <a:off x="1670050" y="18034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FFFFFF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4048811-C5DD-2D28-05EF-933528A031A3}"/>
              </a:ext>
            </a:extLst>
          </p:cNvPr>
          <p:cNvGrpSpPr/>
          <p:nvPr/>
        </p:nvGrpSpPr>
        <p:grpSpPr>
          <a:xfrm>
            <a:off x="468056" y="1979295"/>
            <a:ext cx="6832626" cy="2404884"/>
            <a:chOff x="514350" y="2821305"/>
            <a:chExt cx="6832626" cy="2404884"/>
          </a:xfrm>
        </p:grpSpPr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4A1DBA3-116E-F1F5-BC60-851897688C00}"/>
                </a:ext>
              </a:extLst>
            </p:cNvPr>
            <p:cNvSpPr txBox="1"/>
            <p:nvPr/>
          </p:nvSpPr>
          <p:spPr>
            <a:xfrm>
              <a:off x="544830" y="2821305"/>
              <a:ext cx="127359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AI 公众号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BE091034-661D-EBF1-4C93-5DCF544D93AB}"/>
                </a:ext>
              </a:extLst>
            </p:cNvPr>
            <p:cNvSpPr txBox="1"/>
            <p:nvPr/>
          </p:nvSpPr>
          <p:spPr>
            <a:xfrm>
              <a:off x="514350" y="3324225"/>
              <a:ext cx="5193729" cy="6924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15天</a:t>
              </a:r>
              <a:r>
                <a:rPr lang="en-US" altLang="zh-CN" sz="45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4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从</a:t>
              </a:r>
              <a:r>
                <a:rPr lang="zh-CN" sz="45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「0粉丝」</a:t>
              </a:r>
              <a:r>
                <a:rPr lang="zh-CN" sz="4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到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EF5FF27-6D48-A3ED-44F8-60B6A9B78AFF}"/>
                </a:ext>
              </a:extLst>
            </p:cNvPr>
            <p:cNvSpPr txBox="1"/>
            <p:nvPr/>
          </p:nvSpPr>
          <p:spPr>
            <a:xfrm>
              <a:off x="514350" y="4048125"/>
              <a:ext cx="4308872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「日入三位数」</a:t>
              </a:r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C5A942D-0885-5FC9-4DAD-73410C635032}"/>
                </a:ext>
              </a:extLst>
            </p:cNvPr>
            <p:cNvSpPr txBox="1"/>
            <p:nvPr/>
          </p:nvSpPr>
          <p:spPr>
            <a:xfrm>
              <a:off x="548640" y="4949190"/>
              <a:ext cx="6798336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用一个真实案例</a:t>
              </a:r>
              <a:r>
                <a:rPr lang="zh-CN" altLang="en-US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，</a:t>
              </a:r>
              <a:r>
                <a:rPr lang="zh-CN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拆解一套</a:t>
              </a:r>
              <a:r>
                <a:rPr lang="zh-CN" altLang="en-US" sz="1800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可盈利</a:t>
              </a:r>
              <a:r>
                <a:rPr lang="zh-CN" altLang="zh-CN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可复制</a:t>
              </a:r>
              <a:r>
                <a:rPr lang="zh-CN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的 AI 公众号</a:t>
              </a:r>
              <a:r>
                <a:rPr lang="zh-CN" altLang="en-US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自动化</a:t>
              </a:r>
              <a:r>
                <a:rPr lang="zh-CN" sz="18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工作流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3587111-115B-E24C-1087-8BF6E449E400}"/>
              </a:ext>
            </a:extLst>
          </p:cNvPr>
          <p:cNvGrpSpPr/>
          <p:nvPr/>
        </p:nvGrpSpPr>
        <p:grpSpPr>
          <a:xfrm>
            <a:off x="571500" y="5600700"/>
            <a:ext cx="7162800" cy="457200"/>
            <a:chOff x="571500" y="5600700"/>
            <a:chExt cx="7162800" cy="457200"/>
          </a:xfrm>
        </p:grpSpPr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5C804EA9-CE0A-0AE2-D3D0-C886F5D1D2F7}"/>
                </a:ext>
              </a:extLst>
            </p:cNvPr>
            <p:cNvSpPr/>
            <p:nvPr/>
          </p:nvSpPr>
          <p:spPr>
            <a:xfrm>
              <a:off x="571500" y="56007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725D4509-A5BC-6DDB-2DAF-727D7A0A3E53}"/>
                </a:ext>
              </a:extLst>
            </p:cNvPr>
            <p:cNvSpPr txBox="1"/>
            <p:nvPr/>
          </p:nvSpPr>
          <p:spPr>
            <a:xfrm>
              <a:off x="1177752" y="5750242"/>
              <a:ext cx="69249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35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没有</a:t>
              </a:r>
              <a:r>
                <a:rPr lang="zh-CN" sz="135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暴富</a:t>
              </a:r>
            </a:p>
          </p:txBody>
        </p:sp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80C19623-20ED-ECCD-55F2-6A1D1F73C591}"/>
                </a:ext>
              </a:extLst>
            </p:cNvPr>
            <p:cNvSpPr/>
            <p:nvPr/>
          </p:nvSpPr>
          <p:spPr>
            <a:xfrm>
              <a:off x="2628900" y="56007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23">
              <a:extLst>
                <a:ext uri="{FF2B5EF4-FFF2-40B4-BE49-F238E27FC236}">
                  <a16:creationId xmlns:a16="http://schemas.microsoft.com/office/drawing/2014/main" id="{B53D102D-7EA5-D60D-4AB7-E3E3CD3467F0}"/>
                </a:ext>
              </a:extLst>
            </p:cNvPr>
            <p:cNvSpPr txBox="1"/>
            <p:nvPr/>
          </p:nvSpPr>
          <p:spPr>
            <a:xfrm>
              <a:off x="3235151" y="5750242"/>
              <a:ext cx="692497" cy="2077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不是洗稿</a:t>
              </a:r>
            </a:p>
          </p:txBody>
        </p:sp>
        <p:sp>
          <p:nvSpPr>
            <p:cNvPr id="24" name="Rectangle 24">
              <a:extLst>
                <a:ext uri="{FF2B5EF4-FFF2-40B4-BE49-F238E27FC236}">
                  <a16:creationId xmlns:a16="http://schemas.microsoft.com/office/drawing/2014/main" id="{4D016A56-A293-54AF-AFAD-EDDDFF26ABBB}"/>
                </a:ext>
              </a:extLst>
            </p:cNvPr>
            <p:cNvSpPr/>
            <p:nvPr/>
          </p:nvSpPr>
          <p:spPr>
            <a:xfrm>
              <a:off x="4686300" y="5600700"/>
              <a:ext cx="3048000" cy="457200"/>
            </a:xfrm>
            <a:prstGeom prst="roundRect">
              <a:avLst>
                <a:gd name="adj" fmla="val 50000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08FFBE17-733B-F5E1-35D0-C47D3DC1E2FB}"/>
                </a:ext>
              </a:extLst>
            </p:cNvPr>
            <p:cNvSpPr txBox="1"/>
            <p:nvPr/>
          </p:nvSpPr>
          <p:spPr>
            <a:xfrm>
              <a:off x="5205507" y="5750242"/>
              <a:ext cx="20095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是一套 AI 内容生产流程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3693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9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71500" y="521970"/>
            <a:ext cx="3434900" cy="468630"/>
            <a:chOff x="571500" y="521970"/>
            <a:chExt cx="3434900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01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384300" y="609600"/>
              <a:ext cx="203200" cy="174625"/>
              <a:chOff x="1384300" y="609600"/>
              <a:chExt cx="203200" cy="174625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84300" y="774700"/>
                <a:ext cx="20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525">
                    <a:moveTo>
                      <a:pt x="0" y="0"/>
                    </a:move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384300" y="6096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20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722120" y="521970"/>
              <a:ext cx="22842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15 天的流量变化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821930" y="2804029"/>
            <a:ext cx="3810000" cy="1333500"/>
            <a:chOff x="7810500" y="1333500"/>
            <a:chExt cx="3810000" cy="1333500"/>
          </a:xfrm>
        </p:grpSpPr>
        <p:sp>
          <p:nvSpPr>
            <p:cNvPr id="20" name="Rectangle 20"/>
            <p:cNvSpPr/>
            <p:nvPr/>
          </p:nvSpPr>
          <p:spPr>
            <a:xfrm>
              <a:off x="7810500" y="1333500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8072438" y="1590675"/>
              <a:ext cx="200025" cy="133350"/>
              <a:chOff x="8072438" y="1590675"/>
              <a:chExt cx="200025" cy="13335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8150225" y="1635125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Freeform 22"/>
              <p:cNvSpPr/>
              <p:nvPr/>
            </p:nvSpPr>
            <p:spPr>
              <a:xfrm>
                <a:off x="8072438" y="1590675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200025" y="66675"/>
                    </a:moveTo>
                    <a:cubicBezTo>
                      <a:pt x="173355" y="111125"/>
                      <a:pt x="140018" y="133350"/>
                      <a:pt x="100012" y="133350"/>
                    </a:cubicBezTo>
                    <a:cubicBezTo>
                      <a:pt x="60007" y="133350"/>
                      <a:pt x="26670" y="111125"/>
                      <a:pt x="0" y="66675"/>
                    </a:cubicBezTo>
                    <a:cubicBezTo>
                      <a:pt x="26670" y="22225"/>
                      <a:pt x="60007" y="0"/>
                      <a:pt x="100012" y="0"/>
                    </a:cubicBezTo>
                    <a:cubicBezTo>
                      <a:pt x="140018" y="0"/>
                      <a:pt x="173355" y="22225"/>
                      <a:pt x="200025" y="66675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8366760" y="1604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总阅读量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97190" y="1929765"/>
              <a:ext cx="1877117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15</a:t>
              </a:r>
              <a:r>
                <a:rPr lang="en-US" alt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0</a:t>
              </a:r>
              <a:r>
                <a:rPr 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,000+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25765" y="2420302"/>
              <a:ext cx="10207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15天内累计阅读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47" name="Rectangle 47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FEF3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771525" y="5962650"/>
              <a:ext cx="171450" cy="171450"/>
              <a:chOff x="771525" y="5962650"/>
              <a:chExt cx="171450" cy="17145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71525" y="59626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/>
              <p:cNvSpPr/>
              <p:nvPr/>
            </p:nvSpPr>
            <p:spPr>
              <a:xfrm>
                <a:off x="857250" y="60102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50"/>
              <p:cNvSpPr/>
              <p:nvPr/>
            </p:nvSpPr>
            <p:spPr>
              <a:xfrm>
                <a:off x="857250" y="6086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" name="TextBox 52"/>
            <p:cNvSpPr txBox="1"/>
            <p:nvPr/>
          </p:nvSpPr>
          <p:spPr>
            <a:xfrm>
              <a:off x="1051560" y="597598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真实案例</a:t>
              </a:r>
              <a:endParaRPr lang="zh-CN" sz="1200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pic>
        <p:nvPicPr>
          <p:cNvPr id="64" name="Picture 63">
            <a:extLst>
              <a:ext uri="{FF2B5EF4-FFF2-40B4-BE49-F238E27FC236}">
                <a16:creationId xmlns:a16="http://schemas.microsoft.com/office/drawing/2014/main" id="{11E97A82-AEDA-2B03-1F45-B996053C9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94" y="1540648"/>
            <a:ext cx="7194125" cy="38602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DD75B-416A-5161-1F0F-10F9AF9EB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568FB63-D901-BBD1-881E-3363C1A37C0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CAAA537-8151-F8A5-2214-B38DD79DB49E}"/>
              </a:ext>
            </a:extLst>
          </p:cNvPr>
          <p:cNvGrpSpPr/>
          <p:nvPr/>
        </p:nvGrpSpPr>
        <p:grpSpPr>
          <a:xfrm>
            <a:off x="571500" y="521970"/>
            <a:ext cx="3491517" cy="468630"/>
            <a:chOff x="571500" y="521970"/>
            <a:chExt cx="3491517" cy="4686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E4587F68-77F0-41C1-6BD4-E53B46B52DBA}"/>
                </a:ext>
              </a:extLst>
            </p:cNvPr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BA31495-6E9D-9EF8-BC05-375D8173D5A6}"/>
                </a:ext>
              </a:extLst>
            </p:cNvPr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02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04F4DF8-ACCD-B184-FD15-4A109C6B139A}"/>
                </a:ext>
              </a:extLst>
            </p:cNvPr>
            <p:cNvGrpSpPr/>
            <p:nvPr/>
          </p:nvGrpSpPr>
          <p:grpSpPr>
            <a:xfrm>
              <a:off x="1384300" y="609600"/>
              <a:ext cx="203200" cy="174625"/>
              <a:chOff x="1384300" y="609600"/>
              <a:chExt cx="203200" cy="174625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3CB6BE3D-525B-8FF7-3924-8877D99A5F82}"/>
                  </a:ext>
                </a:extLst>
              </p:cNvPr>
              <p:cNvSpPr/>
              <p:nvPr/>
            </p:nvSpPr>
            <p:spPr>
              <a:xfrm>
                <a:off x="1384300" y="774700"/>
                <a:ext cx="203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525">
                    <a:moveTo>
                      <a:pt x="0" y="0"/>
                    </a:move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B9820F1-1FDC-8F9F-C696-2189CF50CC25}"/>
                  </a:ext>
                </a:extLst>
              </p:cNvPr>
              <p:cNvSpPr/>
              <p:nvPr/>
            </p:nvSpPr>
            <p:spPr>
              <a:xfrm>
                <a:off x="1384300" y="609600"/>
                <a:ext cx="203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14300">
                    <a:moveTo>
                      <a:pt x="0" y="114300"/>
                    </a:moveTo>
                    <a:lnTo>
                      <a:pt x="50800" y="38100"/>
                    </a:lnTo>
                    <a:lnTo>
                      <a:pt x="101600" y="63500"/>
                    </a:lnTo>
                    <a:lnTo>
                      <a:pt x="152400" y="0"/>
                    </a:lnTo>
                    <a:lnTo>
                      <a:pt x="203200" y="508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BB3F67B-58A4-070C-C4DB-79315B2F69E2}"/>
                </a:ext>
              </a:extLst>
            </p:cNvPr>
            <p:cNvSpPr txBox="1"/>
            <p:nvPr/>
          </p:nvSpPr>
          <p:spPr>
            <a:xfrm>
              <a:off x="1722120" y="521970"/>
              <a:ext cx="234089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15 天的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关注数量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B172FE69-4F31-0B8A-EE85-1DD92AC5A96D}"/>
                </a:ext>
              </a:extLst>
            </p:cNvPr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4BAD1BBC-76A0-E745-F99E-0239A45115CE}"/>
              </a:ext>
            </a:extLst>
          </p:cNvPr>
          <p:cNvGrpSpPr/>
          <p:nvPr/>
        </p:nvGrpSpPr>
        <p:grpSpPr>
          <a:xfrm>
            <a:off x="7810500" y="2809875"/>
            <a:ext cx="3810000" cy="1333500"/>
            <a:chOff x="7810500" y="2809875"/>
            <a:chExt cx="3810000" cy="1333500"/>
          </a:xfrm>
        </p:grpSpPr>
        <p:sp>
          <p:nvSpPr>
            <p:cNvPr id="28" name="Rectangle 28">
              <a:extLst>
                <a:ext uri="{FF2B5EF4-FFF2-40B4-BE49-F238E27FC236}">
                  <a16:creationId xmlns:a16="http://schemas.microsoft.com/office/drawing/2014/main" id="{1ACC89BD-F59E-AFC9-CFCC-2B32D61383FE}"/>
                </a:ext>
              </a:extLst>
            </p:cNvPr>
            <p:cNvSpPr/>
            <p:nvPr/>
          </p:nvSpPr>
          <p:spPr>
            <a:xfrm>
              <a:off x="7810500" y="2809875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3" name="Group 33">
              <a:extLst>
                <a:ext uri="{FF2B5EF4-FFF2-40B4-BE49-F238E27FC236}">
                  <a16:creationId xmlns:a16="http://schemas.microsoft.com/office/drawing/2014/main" id="{8211B1AF-E76E-36F6-96CD-63C8209B1129}"/>
                </a:ext>
              </a:extLst>
            </p:cNvPr>
            <p:cNvGrpSpPr/>
            <p:nvPr/>
          </p:nvGrpSpPr>
          <p:grpSpPr>
            <a:xfrm>
              <a:off x="8072438" y="3033712"/>
              <a:ext cx="200025" cy="200025"/>
              <a:chOff x="8072438" y="3033712"/>
              <a:chExt cx="200025" cy="200025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70A96F42-EBFE-4922-F172-21B1BD531467}"/>
                  </a:ext>
                </a:extLst>
              </p:cNvPr>
              <p:cNvSpPr/>
              <p:nvPr/>
            </p:nvSpPr>
            <p:spPr>
              <a:xfrm>
                <a:off x="8094662" y="3033712"/>
                <a:ext cx="889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8900">
                    <a:moveTo>
                      <a:pt x="0" y="44450"/>
                    </a:moveTo>
                    <a:cubicBezTo>
                      <a:pt x="0" y="68999"/>
                      <a:pt x="19901" y="88900"/>
                      <a:pt x="44450" y="88900"/>
                    </a:cubicBezTo>
                    <a:cubicBezTo>
                      <a:pt x="68999" y="88900"/>
                      <a:pt x="88900" y="68999"/>
                      <a:pt x="88900" y="44450"/>
                    </a:cubicBez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0" name="Freeform 30">
                <a:extLst>
                  <a:ext uri="{FF2B5EF4-FFF2-40B4-BE49-F238E27FC236}">
                    <a16:creationId xmlns:a16="http://schemas.microsoft.com/office/drawing/2014/main" id="{23F3A03D-9344-10CE-8F02-AEA3663E212D}"/>
                  </a:ext>
                </a:extLst>
              </p:cNvPr>
              <p:cNvSpPr/>
              <p:nvPr/>
            </p:nvSpPr>
            <p:spPr>
              <a:xfrm>
                <a:off x="8072438" y="3167062"/>
                <a:ext cx="1333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66675">
                    <a:moveTo>
                      <a:pt x="0" y="66675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lnTo>
                      <a:pt x="88900" y="0"/>
                    </a:lnTo>
                    <a:cubicBezTo>
                      <a:pt x="113449" y="0"/>
                      <a:pt x="133350" y="19901"/>
                      <a:pt x="133350" y="44450"/>
                    </a:cubicBezTo>
                    <a:lnTo>
                      <a:pt x="133350" y="66675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Freeform 31">
                <a:extLst>
                  <a:ext uri="{FF2B5EF4-FFF2-40B4-BE49-F238E27FC236}">
                    <a16:creationId xmlns:a16="http://schemas.microsoft.com/office/drawing/2014/main" id="{7DD1B58E-2188-8177-1639-369AEBB0F8C9}"/>
                  </a:ext>
                </a:extLst>
              </p:cNvPr>
              <p:cNvSpPr/>
              <p:nvPr/>
            </p:nvSpPr>
            <p:spPr>
              <a:xfrm>
                <a:off x="8216900" y="3035157"/>
                <a:ext cx="33425" cy="86122"/>
              </a:xfrm>
              <a:custGeom>
                <a:avLst/>
                <a:gdLst/>
                <a:ahLst/>
                <a:cxnLst/>
                <a:rect l="l" t="t" r="r" b="b"/>
                <a:pathLst>
                  <a:path w="33425" h="86122">
                    <a:moveTo>
                      <a:pt x="0" y="0"/>
                    </a:moveTo>
                    <a:cubicBezTo>
                      <a:pt x="19668" y="5036"/>
                      <a:pt x="33425" y="22758"/>
                      <a:pt x="33425" y="43061"/>
                    </a:cubicBezTo>
                    <a:cubicBezTo>
                      <a:pt x="33425" y="63364"/>
                      <a:pt x="19668" y="81086"/>
                      <a:pt x="0" y="86122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" name="Freeform 32">
                <a:extLst>
                  <a:ext uri="{FF2B5EF4-FFF2-40B4-BE49-F238E27FC236}">
                    <a16:creationId xmlns:a16="http://schemas.microsoft.com/office/drawing/2014/main" id="{67525B55-04A0-84A2-0E29-7158EAE37F50}"/>
                  </a:ext>
                </a:extLst>
              </p:cNvPr>
              <p:cNvSpPr/>
              <p:nvPr/>
            </p:nvSpPr>
            <p:spPr>
              <a:xfrm>
                <a:off x="8239125" y="3168729"/>
                <a:ext cx="33338" cy="6500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5008">
                    <a:moveTo>
                      <a:pt x="33338" y="65008"/>
                    </a:moveTo>
                    <a:lnTo>
                      <a:pt x="33338" y="42783"/>
                    </a:lnTo>
                    <a:cubicBezTo>
                      <a:pt x="33221" y="22609"/>
                      <a:pt x="19534" y="5043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4" name="TextBox 34">
              <a:extLst>
                <a:ext uri="{FF2B5EF4-FFF2-40B4-BE49-F238E27FC236}">
                  <a16:creationId xmlns:a16="http://schemas.microsoft.com/office/drawing/2014/main" id="{CA8F0803-0F69-8B09-E70A-B975764F1892}"/>
                </a:ext>
              </a:extLst>
            </p:cNvPr>
            <p:cNvSpPr txBox="1"/>
            <p:nvPr/>
          </p:nvSpPr>
          <p:spPr>
            <a:xfrm>
              <a:off x="8366760" y="30803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新增关注</a:t>
              </a:r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51FBDFE7-0FA9-8F93-9E65-6663A3E47F71}"/>
                </a:ext>
              </a:extLst>
            </p:cNvPr>
            <p:cNvSpPr txBox="1"/>
            <p:nvPr/>
          </p:nvSpPr>
          <p:spPr>
            <a:xfrm>
              <a:off x="7997190" y="3406140"/>
              <a:ext cx="1030731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7</a:t>
              </a:r>
              <a:r>
                <a:rPr 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00+</a:t>
              </a:r>
            </a:p>
          </p:txBody>
        </p:sp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4833B5EC-09FE-A444-7343-0992FDB31C2A}"/>
                </a:ext>
              </a:extLst>
            </p:cNvPr>
            <p:cNvSpPr txBox="1"/>
            <p:nvPr/>
          </p:nvSpPr>
          <p:spPr>
            <a:xfrm>
              <a:off x="8025765" y="3896678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从 0 起步</a:t>
              </a:r>
            </a:p>
          </p:txBody>
        </p:sp>
      </p:grpSp>
      <p:grpSp>
        <p:nvGrpSpPr>
          <p:cNvPr id="53" name="Group 53">
            <a:extLst>
              <a:ext uri="{FF2B5EF4-FFF2-40B4-BE49-F238E27FC236}">
                <a16:creationId xmlns:a16="http://schemas.microsoft.com/office/drawing/2014/main" id="{51141199-6DB5-B1B4-36AD-5FC615AB11BE}"/>
              </a:ext>
            </a:extLst>
          </p:cNvPr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47" name="Rectangle 47">
              <a:extLst>
                <a:ext uri="{FF2B5EF4-FFF2-40B4-BE49-F238E27FC236}">
                  <a16:creationId xmlns:a16="http://schemas.microsoft.com/office/drawing/2014/main" id="{9DB14E80-C4C7-EBA7-A41F-DFDDC892FAD7}"/>
                </a:ext>
              </a:extLst>
            </p:cNvPr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FEF3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4889F18B-FA62-72A9-33AB-855D5ACF8510}"/>
                </a:ext>
              </a:extLst>
            </p:cNvPr>
            <p:cNvGrpSpPr/>
            <p:nvPr/>
          </p:nvGrpSpPr>
          <p:grpSpPr>
            <a:xfrm>
              <a:off x="771525" y="5962650"/>
              <a:ext cx="171450" cy="171450"/>
              <a:chOff x="771525" y="5962650"/>
              <a:chExt cx="171450" cy="171450"/>
            </a:xfrm>
          </p:grpSpPr>
          <p:sp>
            <p:nvSpPr>
              <p:cNvPr id="48" name="Freeform 48">
                <a:extLst>
                  <a:ext uri="{FF2B5EF4-FFF2-40B4-BE49-F238E27FC236}">
                    <a16:creationId xmlns:a16="http://schemas.microsoft.com/office/drawing/2014/main" id="{2C6CF03B-1BA1-5AF5-3F75-899B7290D3E3}"/>
                  </a:ext>
                </a:extLst>
              </p:cNvPr>
              <p:cNvSpPr/>
              <p:nvPr/>
            </p:nvSpPr>
            <p:spPr>
              <a:xfrm>
                <a:off x="771525" y="596265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0" y="85725"/>
                    </a:moveTo>
                    <a:cubicBezTo>
                      <a:pt x="0" y="133070"/>
                      <a:pt x="38380" y="171450"/>
                      <a:pt x="85725" y="171450"/>
                    </a:cubicBezTo>
                    <a:cubicBezTo>
                      <a:pt x="133070" y="171450"/>
                      <a:pt x="171450" y="133070"/>
                      <a:pt x="171450" y="85725"/>
                    </a:cubicBezTo>
                    <a:cubicBezTo>
                      <a:pt x="171450" y="38380"/>
                      <a:pt x="133070" y="0"/>
                      <a:pt x="85725" y="0"/>
                    </a:cubicBezTo>
                    <a:cubicBezTo>
                      <a:pt x="38380" y="0"/>
                      <a:pt x="0" y="38380"/>
                      <a:pt x="0" y="85725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032ED8EE-16B1-D885-E0F6-2800AA0B4E82}"/>
                  </a:ext>
                </a:extLst>
              </p:cNvPr>
              <p:cNvSpPr/>
              <p:nvPr/>
            </p:nvSpPr>
            <p:spPr>
              <a:xfrm>
                <a:off x="857250" y="6010275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0" name="Freeform 50">
                <a:extLst>
                  <a:ext uri="{FF2B5EF4-FFF2-40B4-BE49-F238E27FC236}">
                    <a16:creationId xmlns:a16="http://schemas.microsoft.com/office/drawing/2014/main" id="{511D9C20-B27D-0B42-E10B-759B272063CC}"/>
                  </a:ext>
                </a:extLst>
              </p:cNvPr>
              <p:cNvSpPr/>
              <p:nvPr/>
            </p:nvSpPr>
            <p:spPr>
              <a:xfrm>
                <a:off x="857250" y="608647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9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" name="TextBox 52">
              <a:extLst>
                <a:ext uri="{FF2B5EF4-FFF2-40B4-BE49-F238E27FC236}">
                  <a16:creationId xmlns:a16="http://schemas.microsoft.com/office/drawing/2014/main" id="{7144834D-78E7-3C34-B774-476EDEA55A3A}"/>
                </a:ext>
              </a:extLst>
            </p:cNvPr>
            <p:cNvSpPr txBox="1"/>
            <p:nvPr/>
          </p:nvSpPr>
          <p:spPr>
            <a:xfrm>
              <a:off x="1051560" y="5975985"/>
              <a:ext cx="61555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真实案例</a:t>
              </a:r>
              <a:endParaRPr lang="zh-CN" sz="1200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A743348-4ADD-97C3-36C9-5507C81B6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" y="1542564"/>
            <a:ext cx="6942422" cy="373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1341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5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1500" y="521970"/>
            <a:ext cx="6302616" cy="487680"/>
            <a:chOff x="571500" y="521970"/>
            <a:chExt cx="6302616" cy="48768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03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371600" y="571500"/>
              <a:ext cx="228600" cy="228600"/>
              <a:chOff x="1371600" y="571500"/>
              <a:chExt cx="2286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71600" y="571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447800" y="634684"/>
                <a:ext cx="76200" cy="102232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2232">
                    <a:moveTo>
                      <a:pt x="73660" y="13016"/>
                    </a:moveTo>
                    <a:cubicBezTo>
                      <a:pt x="68972" y="4884"/>
                      <a:pt x="60181" y="0"/>
                      <a:pt x="50800" y="316"/>
                    </a:cubicBezTo>
                    <a:lnTo>
                      <a:pt x="25400" y="316"/>
                    </a:lnTo>
                    <a:cubicBezTo>
                      <a:pt x="11372" y="316"/>
                      <a:pt x="0" y="11688"/>
                      <a:pt x="0" y="25716"/>
                    </a:cubicBezTo>
                    <a:cubicBezTo>
                      <a:pt x="0" y="39744"/>
                      <a:pt x="11372" y="51116"/>
                      <a:pt x="25400" y="51116"/>
                    </a:cubicBezTo>
                    <a:lnTo>
                      <a:pt x="50800" y="51116"/>
                    </a:lnTo>
                    <a:cubicBezTo>
                      <a:pt x="64828" y="51116"/>
                      <a:pt x="76200" y="62488"/>
                      <a:pt x="76200" y="76516"/>
                    </a:cubicBezTo>
                    <a:cubicBezTo>
                      <a:pt x="76200" y="90544"/>
                      <a:pt x="64828" y="101916"/>
                      <a:pt x="50800" y="101916"/>
                    </a:cubicBezTo>
                    <a:lnTo>
                      <a:pt x="25400" y="101916"/>
                    </a:lnTo>
                    <a:cubicBezTo>
                      <a:pt x="16019" y="102232"/>
                      <a:pt x="7228" y="97348"/>
                      <a:pt x="2540" y="89216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85900" y="6223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722120" y="521970"/>
              <a:ext cx="515199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从 0 粉丝到日入三位数的收入截图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810500" y="1757363"/>
            <a:ext cx="3810000" cy="1333500"/>
            <a:chOff x="7810500" y="1333500"/>
            <a:chExt cx="3810000" cy="1333500"/>
          </a:xfrm>
        </p:grpSpPr>
        <p:sp>
          <p:nvSpPr>
            <p:cNvPr id="21" name="Rectangle 21"/>
            <p:cNvSpPr/>
            <p:nvPr/>
          </p:nvSpPr>
          <p:spPr>
            <a:xfrm>
              <a:off x="7810500" y="1333500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8094662" y="1557338"/>
              <a:ext cx="155575" cy="200025"/>
              <a:chOff x="8094662" y="1557338"/>
              <a:chExt cx="155575" cy="200025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194675" y="1557338"/>
                <a:ext cx="555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55562" h="55563">
                    <a:moveTo>
                      <a:pt x="0" y="0"/>
                    </a:moveTo>
                    <a:lnTo>
                      <a:pt x="0" y="44450"/>
                    </a:lnTo>
                    <a:cubicBezTo>
                      <a:pt x="0" y="50587"/>
                      <a:pt x="4975" y="55563"/>
                      <a:pt x="11112" y="55563"/>
                    </a:cubicBezTo>
                    <a:lnTo>
                      <a:pt x="55562" y="55563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8094662" y="1557338"/>
                <a:ext cx="15557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200025">
                    <a:moveTo>
                      <a:pt x="133350" y="200025"/>
                    </a:moveTo>
                    <a:lnTo>
                      <a:pt x="22225" y="200025"/>
                    </a:lnTo>
                    <a:cubicBezTo>
                      <a:pt x="9950" y="200025"/>
                      <a:pt x="0" y="190075"/>
                      <a:pt x="0" y="177800"/>
                    </a:cubicBezTo>
                    <a:lnTo>
                      <a:pt x="0" y="22225"/>
                    </a:lnTo>
                    <a:cubicBezTo>
                      <a:pt x="0" y="9950"/>
                      <a:pt x="9950" y="0"/>
                      <a:pt x="22225" y="0"/>
                    </a:cubicBezTo>
                    <a:lnTo>
                      <a:pt x="100012" y="0"/>
                    </a:lnTo>
                    <a:lnTo>
                      <a:pt x="155575" y="55563"/>
                    </a:lnTo>
                    <a:lnTo>
                      <a:pt x="155575" y="177800"/>
                    </a:lnTo>
                    <a:cubicBezTo>
                      <a:pt x="155575" y="190075"/>
                      <a:pt x="145625" y="200025"/>
                      <a:pt x="133350" y="200025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Freeform 24"/>
              <p:cNvSpPr/>
              <p:nvPr/>
            </p:nvSpPr>
            <p:spPr>
              <a:xfrm>
                <a:off x="8139112" y="1624012"/>
                <a:ext cx="111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112" h="9525">
                    <a:moveTo>
                      <a:pt x="0" y="0"/>
                    </a:moveTo>
                    <a:lnTo>
                      <a:pt x="11112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8139112" y="166846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8139112" y="1712912"/>
                <a:ext cx="66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9525">
                    <a:moveTo>
                      <a:pt x="0" y="0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8366760" y="1604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收入来源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08620" y="2026920"/>
              <a:ext cx="21544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公众号流量变现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25765" y="2420302"/>
              <a:ext cx="942566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低门槛变现入口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821930" y="3606262"/>
            <a:ext cx="3810000" cy="1333500"/>
            <a:chOff x="7810500" y="2809875"/>
            <a:chExt cx="3810000" cy="1333500"/>
          </a:xfrm>
        </p:grpSpPr>
        <p:sp>
          <p:nvSpPr>
            <p:cNvPr id="32" name="Rectangle 32"/>
            <p:cNvSpPr/>
            <p:nvPr/>
          </p:nvSpPr>
          <p:spPr>
            <a:xfrm>
              <a:off x="7810500" y="2809875"/>
              <a:ext cx="3810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8072438" y="3033712"/>
              <a:ext cx="202659" cy="202659"/>
              <a:chOff x="8072438" y="3033712"/>
              <a:chExt cx="202659" cy="202659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8111331" y="3072606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2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2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8072438" y="3033712"/>
                <a:ext cx="202659" cy="202659"/>
              </a:xfrm>
              <a:custGeom>
                <a:avLst/>
                <a:gdLst/>
                <a:ahLst/>
                <a:cxnLst/>
                <a:rect l="l" t="t" r="r" b="b"/>
                <a:pathLst>
                  <a:path w="202659" h="202659">
                    <a:moveTo>
                      <a:pt x="0" y="33338"/>
                    </a:moveTo>
                    <a:lnTo>
                      <a:pt x="0" y="90811"/>
                    </a:lnTo>
                    <a:cubicBezTo>
                      <a:pt x="1" y="96705"/>
                      <a:pt x="2344" y="102357"/>
                      <a:pt x="6512" y="106524"/>
                    </a:cubicBezTo>
                    <a:lnTo>
                      <a:pt x="92189" y="192202"/>
                    </a:lnTo>
                    <a:cubicBezTo>
                      <a:pt x="102648" y="202659"/>
                      <a:pt x="119602" y="202659"/>
                      <a:pt x="130061" y="192202"/>
                    </a:cubicBezTo>
                    <a:lnTo>
                      <a:pt x="192202" y="130061"/>
                    </a:lnTo>
                    <a:cubicBezTo>
                      <a:pt x="202659" y="119602"/>
                      <a:pt x="202659" y="102648"/>
                      <a:pt x="192202" y="92189"/>
                    </a:cubicBezTo>
                    <a:lnTo>
                      <a:pt x="106524" y="6512"/>
                    </a:lnTo>
                    <a:cubicBezTo>
                      <a:pt x="102357" y="2344"/>
                      <a:pt x="96705" y="1"/>
                      <a:pt x="90811" y="0"/>
                    </a:cubicBezTo>
                    <a:lnTo>
                      <a:pt x="33338" y="0"/>
                    </a:lnTo>
                    <a:cubicBezTo>
                      <a:pt x="24496" y="0"/>
                      <a:pt x="16016" y="3512"/>
                      <a:pt x="9764" y="9764"/>
                    </a:cubicBezTo>
                    <a:cubicBezTo>
                      <a:pt x="3512" y="16016"/>
                      <a:pt x="0" y="24496"/>
                      <a:pt x="0" y="33338"/>
                    </a:cubicBezTo>
                  </a:path>
                </a:pathLst>
              </a:custGeom>
              <a:noFill/>
              <a:ln w="19050">
                <a:solidFill>
                  <a:srgbClr val="F9731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8366760" y="3080385"/>
              <a:ext cx="53454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l"/>
              <a:r>
                <a:rPr lang="en-US" altLang="zh-CN" sz="1200" b="1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ECPM</a:t>
              </a:r>
              <a:endParaRPr lang="zh-CN" sz="1200" b="1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97190" y="3406140"/>
              <a:ext cx="150842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¥</a:t>
              </a:r>
              <a:r>
                <a:rPr lang="en-US" alt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2</a:t>
              </a:r>
              <a:r>
                <a:rPr 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~ ¥</a:t>
              </a:r>
              <a:r>
                <a:rPr lang="en-US" altLang="zh-CN" sz="33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8</a:t>
              </a:r>
              <a:endParaRPr lang="zh-CN" sz="33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25765" y="3896678"/>
              <a:ext cx="4039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门槛低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1500" y="5810250"/>
            <a:ext cx="11049000" cy="476250"/>
            <a:chOff x="571500" y="5810250"/>
            <a:chExt cx="11049000" cy="476250"/>
          </a:xfrm>
        </p:grpSpPr>
        <p:sp>
          <p:nvSpPr>
            <p:cNvPr id="50" name="Rectangle 50"/>
            <p:cNvSpPr/>
            <p:nvPr/>
          </p:nvSpPr>
          <p:spPr>
            <a:xfrm>
              <a:off x="571500" y="5810250"/>
              <a:ext cx="11049000" cy="476250"/>
            </a:xfrm>
            <a:prstGeom prst="roundRect">
              <a:avLst>
                <a:gd name="adj" fmla="val 1600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71525" y="5962650"/>
              <a:ext cx="171450" cy="171450"/>
              <a:chOff x="771525" y="5962650"/>
              <a:chExt cx="171450" cy="17145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71525" y="5962650"/>
                <a:ext cx="17145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85725">
                    <a:moveTo>
                      <a:pt x="0" y="85725"/>
                    </a:moveTo>
                    <a:lnTo>
                      <a:pt x="9525" y="85725"/>
                    </a:lnTo>
                    <a:moveTo>
                      <a:pt x="85725" y="0"/>
                    </a:moveTo>
                    <a:lnTo>
                      <a:pt x="85725" y="9525"/>
                    </a:lnTo>
                    <a:moveTo>
                      <a:pt x="161925" y="85725"/>
                    </a:moveTo>
                    <a:lnTo>
                      <a:pt x="171450" y="85725"/>
                    </a:lnTo>
                    <a:moveTo>
                      <a:pt x="24765" y="24765"/>
                    </a:moveTo>
                    <a:lnTo>
                      <a:pt x="31432" y="31432"/>
                    </a:lnTo>
                    <a:moveTo>
                      <a:pt x="146685" y="24765"/>
                    </a:moveTo>
                    <a:lnTo>
                      <a:pt x="140018" y="31432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805587" y="6000750"/>
                <a:ext cx="103327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03327" h="133350">
                    <a:moveTo>
                      <a:pt x="23088" y="85725"/>
                    </a:moveTo>
                    <a:cubicBezTo>
                      <a:pt x="6689" y="73425"/>
                      <a:pt x="0" y="52012"/>
                      <a:pt x="6482" y="32565"/>
                    </a:cubicBezTo>
                    <a:cubicBezTo>
                      <a:pt x="12965" y="13117"/>
                      <a:pt x="31164" y="0"/>
                      <a:pt x="51663" y="0"/>
                    </a:cubicBezTo>
                    <a:cubicBezTo>
                      <a:pt x="72163" y="0"/>
                      <a:pt x="90362" y="13117"/>
                      <a:pt x="96845" y="32565"/>
                    </a:cubicBezTo>
                    <a:cubicBezTo>
                      <a:pt x="103327" y="52012"/>
                      <a:pt x="96638" y="73425"/>
                      <a:pt x="80238" y="85725"/>
                    </a:cubicBezTo>
                    <a:cubicBezTo>
                      <a:pt x="72696" y="93191"/>
                      <a:pt x="69159" y="103802"/>
                      <a:pt x="70713" y="114300"/>
                    </a:cubicBezTo>
                    <a:cubicBezTo>
                      <a:pt x="70713" y="124821"/>
                      <a:pt x="62184" y="133350"/>
                      <a:pt x="51663" y="133350"/>
                    </a:cubicBezTo>
                    <a:cubicBezTo>
                      <a:pt x="41142" y="133350"/>
                      <a:pt x="32613" y="124821"/>
                      <a:pt x="32613" y="114300"/>
                    </a:cubicBezTo>
                    <a:cubicBezTo>
                      <a:pt x="34168" y="103802"/>
                      <a:pt x="30631" y="93191"/>
                      <a:pt x="23088" y="85725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835342" y="6096000"/>
                <a:ext cx="4381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3815" h="9525">
                    <a:moveTo>
                      <a:pt x="0" y="0"/>
                    </a:moveTo>
                    <a:lnTo>
                      <a:pt x="43815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5" name="TextBox 55"/>
            <p:cNvSpPr txBox="1"/>
            <p:nvPr/>
          </p:nvSpPr>
          <p:spPr>
            <a:xfrm>
              <a:off x="1051560" y="5975985"/>
              <a:ext cx="229870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公众号 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- 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最朴实无华的流量收入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。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F4278F8F-5849-AF9A-95C5-C0DEDCC07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52576" r="-401" b="13194"/>
          <a:stretch>
            <a:fillRect/>
          </a:stretch>
        </p:blipFill>
        <p:spPr>
          <a:xfrm>
            <a:off x="1440867" y="1342128"/>
            <a:ext cx="5585214" cy="41842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8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9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1500" y="521970"/>
            <a:ext cx="4908042" cy="487680"/>
            <a:chOff x="571500" y="521970"/>
            <a:chExt cx="4908042" cy="48768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04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397000" y="571500"/>
              <a:ext cx="177800" cy="228600"/>
              <a:chOff x="1397000" y="571500"/>
              <a:chExt cx="1778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97000" y="59690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447800" y="5715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60500" y="68580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0"/>
                    </a:moveTo>
                    <a:lnTo>
                      <a:pt x="50800" y="50800"/>
                    </a:lnTo>
                    <a:moveTo>
                      <a:pt x="50800" y="0"/>
                    </a:moveTo>
                    <a:lnTo>
                      <a:pt x="0" y="5080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722120" y="521970"/>
              <a:ext cx="37574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今天不讲公众号通用入门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DC262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500" y="1333500"/>
            <a:ext cx="3524250" cy="2286000"/>
            <a:chOff x="571500" y="1333500"/>
            <a:chExt cx="3524250" cy="2286000"/>
          </a:xfrm>
        </p:grpSpPr>
        <p:sp>
          <p:nvSpPr>
            <p:cNvPr id="12" name="Rectangle 12"/>
            <p:cNvSpPr/>
            <p:nvPr/>
          </p:nvSpPr>
          <p:spPr>
            <a:xfrm>
              <a:off x="571500" y="13335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742950" y="15049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885825" y="1647825"/>
              <a:ext cx="133350" cy="133350"/>
              <a:chOff x="885825" y="1647825"/>
              <a:chExt cx="133350" cy="1333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85825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885825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1312545" y="16125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不讲怎么注册公众号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84860" y="2204085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注册流程网上教程铺天盖地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860" y="2451735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微信官方文档已经够详细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860" y="26993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不是今天的重点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33875" y="1333500"/>
            <a:ext cx="3524250" cy="2286000"/>
            <a:chOff x="4333875" y="1333500"/>
            <a:chExt cx="3524250" cy="2286000"/>
          </a:xfrm>
        </p:grpSpPr>
        <p:sp>
          <p:nvSpPr>
            <p:cNvPr id="22" name="Rectangle 22"/>
            <p:cNvSpPr/>
            <p:nvPr/>
          </p:nvSpPr>
          <p:spPr>
            <a:xfrm>
              <a:off x="4333875" y="13335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Ellipse 23"/>
            <p:cNvSpPr/>
            <p:nvPr/>
          </p:nvSpPr>
          <p:spPr>
            <a:xfrm>
              <a:off x="4505325" y="15049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4648200" y="1647825"/>
              <a:ext cx="133350" cy="133350"/>
              <a:chOff x="4648200" y="1647825"/>
              <a:chExt cx="133350" cy="13335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648200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4648200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5074920" y="16125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不讲后台基础操作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47235" y="2204085"/>
              <a:ext cx="151866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素材库 · 留言 · 群发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47235" y="24517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这些跑两天就熟了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7235" y="26993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不是今天的瓶颈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8096250" y="1333500"/>
            <a:ext cx="3524250" cy="2286000"/>
            <a:chOff x="8096250" y="1333500"/>
            <a:chExt cx="3524250" cy="2286000"/>
          </a:xfrm>
        </p:grpSpPr>
        <p:sp>
          <p:nvSpPr>
            <p:cNvPr id="32" name="Rectangle 32"/>
            <p:cNvSpPr/>
            <p:nvPr/>
          </p:nvSpPr>
          <p:spPr>
            <a:xfrm>
              <a:off x="8096250" y="13335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Ellipse 33"/>
            <p:cNvSpPr/>
            <p:nvPr/>
          </p:nvSpPr>
          <p:spPr>
            <a:xfrm>
              <a:off x="8267700" y="15049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8410575" y="1647825"/>
              <a:ext cx="133350" cy="133350"/>
              <a:chOff x="8410575" y="1647825"/>
              <a:chExt cx="133350" cy="13335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410575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5" name="Freeform 35"/>
              <p:cNvSpPr/>
              <p:nvPr/>
            </p:nvSpPr>
            <p:spPr>
              <a:xfrm>
                <a:off x="8410575" y="16478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8837295" y="16125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不讲普通图文排版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309610" y="2204085"/>
              <a:ext cx="171869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秀米 · 135 · MD 转排版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309610" y="245173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工具已经很成熟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09610" y="26993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不影响今天的主线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3848100"/>
            <a:ext cx="3524250" cy="2286000"/>
            <a:chOff x="571500" y="3848100"/>
            <a:chExt cx="3524250" cy="2286000"/>
          </a:xfrm>
        </p:grpSpPr>
        <p:sp>
          <p:nvSpPr>
            <p:cNvPr id="42" name="Rectangle 42"/>
            <p:cNvSpPr/>
            <p:nvPr/>
          </p:nvSpPr>
          <p:spPr>
            <a:xfrm>
              <a:off x="571500" y="38481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Ellipse 43"/>
            <p:cNvSpPr/>
            <p:nvPr/>
          </p:nvSpPr>
          <p:spPr>
            <a:xfrm>
              <a:off x="742950" y="40195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885825" y="4162425"/>
              <a:ext cx="133350" cy="133350"/>
              <a:chOff x="885825" y="4162425"/>
              <a:chExt cx="133350" cy="13335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885825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5" name="Freeform 45"/>
              <p:cNvSpPr/>
              <p:nvPr/>
            </p:nvSpPr>
            <p:spPr>
              <a:xfrm>
                <a:off x="885825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1312545" y="4127182"/>
              <a:ext cx="1890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不讲如何手动发文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860" y="4718685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手动复制粘贴谁都会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4860" y="49663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问题是不能规模化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4860" y="5213985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今天的重点是自动化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33875" y="3848100"/>
            <a:ext cx="3524250" cy="2286000"/>
            <a:chOff x="4333875" y="3848100"/>
            <a:chExt cx="3524250" cy="2286000"/>
          </a:xfrm>
        </p:grpSpPr>
        <p:sp>
          <p:nvSpPr>
            <p:cNvPr id="52" name="Rectangle 52"/>
            <p:cNvSpPr/>
            <p:nvPr/>
          </p:nvSpPr>
          <p:spPr>
            <a:xfrm>
              <a:off x="4333875" y="38481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Ellipse 53"/>
            <p:cNvSpPr/>
            <p:nvPr/>
          </p:nvSpPr>
          <p:spPr>
            <a:xfrm>
              <a:off x="4505325" y="40195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4648200" y="4162425"/>
              <a:ext cx="133350" cy="133350"/>
              <a:chOff x="4648200" y="4162425"/>
              <a:chExt cx="133350" cy="133350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4648200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4648200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5074920" y="41271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不讲公众号规则大全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47235" y="4718685"/>
              <a:ext cx="13346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敏感词 · 引流边界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47235" y="4966335"/>
              <a:ext cx="19747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官方公告 / 行业群每天更新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47235" y="521398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应该自己持续追踪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8096250" y="3848100"/>
            <a:ext cx="3524250" cy="2286000"/>
            <a:chOff x="8096250" y="3848100"/>
            <a:chExt cx="3524250" cy="2286000"/>
          </a:xfrm>
        </p:grpSpPr>
        <p:sp>
          <p:nvSpPr>
            <p:cNvPr id="62" name="Rectangle 62"/>
            <p:cNvSpPr/>
            <p:nvPr/>
          </p:nvSpPr>
          <p:spPr>
            <a:xfrm>
              <a:off x="8096250" y="3848100"/>
              <a:ext cx="352425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Ellipse 63"/>
            <p:cNvSpPr/>
            <p:nvPr/>
          </p:nvSpPr>
          <p:spPr>
            <a:xfrm>
              <a:off x="8267700" y="4019550"/>
              <a:ext cx="419100" cy="419100"/>
            </a:xfrm>
            <a:prstGeom prst="ellipse">
              <a:avLst/>
            </a:prstGeom>
            <a:solidFill>
              <a:srgbClr val="FEE2E2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6" name="Group 66"/>
            <p:cNvGrpSpPr/>
            <p:nvPr/>
          </p:nvGrpSpPr>
          <p:grpSpPr>
            <a:xfrm>
              <a:off x="8410575" y="4162425"/>
              <a:ext cx="133350" cy="133350"/>
              <a:chOff x="8410575" y="4162425"/>
              <a:chExt cx="133350" cy="1333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8410575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133350" y="0"/>
                    </a:moveTo>
                    <a:lnTo>
                      <a:pt x="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8410575" y="4162425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7" name="TextBox 67"/>
            <p:cNvSpPr txBox="1"/>
            <p:nvPr/>
          </p:nvSpPr>
          <p:spPr>
            <a:xfrm>
              <a:off x="8837295" y="41271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不讲泛泛的「坚持更新」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09610" y="4718685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「坚持」不是方法论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09610" y="4966335"/>
              <a:ext cx="1310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需要可复制的流程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09610" y="5213985"/>
              <a:ext cx="990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让坚持有抓手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1" grpId="0"/>
      <p:bldP spid="41" grpId="0"/>
      <p:bldP spid="51" grpId="0"/>
      <p:bldP spid="61" grpId="0"/>
      <p:bldP spid="7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2" name="Group 12"/>
          <p:cNvGrpSpPr/>
          <p:nvPr/>
        </p:nvGrpSpPr>
        <p:grpSpPr>
          <a:xfrm>
            <a:off x="556260" y="521970"/>
            <a:ext cx="5343286" cy="878205"/>
            <a:chOff x="556260" y="521970"/>
            <a:chExt cx="5343286" cy="878205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05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397000" y="571500"/>
              <a:ext cx="177800" cy="228600"/>
              <a:chOff x="1397000" y="571500"/>
              <a:chExt cx="1778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97000" y="596900"/>
                <a:ext cx="1778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03200">
                    <a:moveTo>
                      <a:pt x="50800" y="0"/>
                    </a:moveTo>
                    <a:lnTo>
                      <a:pt x="25400" y="0"/>
                    </a:lnTo>
                    <a:cubicBezTo>
                      <a:pt x="11372" y="0"/>
                      <a:pt x="0" y="11372"/>
                      <a:pt x="0" y="25400"/>
                    </a:cubicBezTo>
                    <a:lnTo>
                      <a:pt x="0" y="177800"/>
                    </a:lnTo>
                    <a:cubicBezTo>
                      <a:pt x="0" y="191828"/>
                      <a:pt x="11372" y="203200"/>
                      <a:pt x="25400" y="203200"/>
                    </a:cubicBezTo>
                    <a:lnTo>
                      <a:pt x="152400" y="203200"/>
                    </a:lnTo>
                    <a:cubicBezTo>
                      <a:pt x="166428" y="203200"/>
                      <a:pt x="177800" y="191828"/>
                      <a:pt x="177800" y="177800"/>
                    </a:cubicBezTo>
                    <a:lnTo>
                      <a:pt x="177800" y="25400"/>
                    </a:lnTo>
                    <a:cubicBezTo>
                      <a:pt x="177800" y="11372"/>
                      <a:pt x="166428" y="0"/>
                      <a:pt x="152400" y="0"/>
                    </a:cubicBezTo>
                    <a:lnTo>
                      <a:pt x="1270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447800" y="5715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50800" y="0"/>
                    </a:lnTo>
                    <a:cubicBezTo>
                      <a:pt x="64828" y="0"/>
                      <a:pt x="76200" y="11372"/>
                      <a:pt x="76200" y="25400"/>
                    </a:cubicBezTo>
                    <a:cubicBezTo>
                      <a:pt x="76200" y="39428"/>
                      <a:pt x="64828" y="50800"/>
                      <a:pt x="50800" y="50800"/>
                    </a:cubicBezTo>
                    <a:lnTo>
                      <a:pt x="25400" y="50800"/>
                    </a:lnTo>
                    <a:cubicBezTo>
                      <a:pt x="11372" y="50800"/>
                      <a:pt x="0" y="39428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47800" y="68580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722120" y="521970"/>
              <a:ext cx="417742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今天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只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讲一套 AI 公众号生产线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6260" y="1156335"/>
              <a:ext cx="44870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8 个环节连起来,就是一套可迁移到任意领域的 AI 内容生产流程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1524000"/>
            <a:ext cx="2619375" cy="2286000"/>
            <a:chOff x="571500" y="1524000"/>
            <a:chExt cx="2619375" cy="2286000"/>
          </a:xfrm>
        </p:grpSpPr>
        <p:sp>
          <p:nvSpPr>
            <p:cNvPr id="13" name="Rectangle 13"/>
            <p:cNvSpPr/>
            <p:nvPr/>
          </p:nvSpPr>
          <p:spPr>
            <a:xfrm>
              <a:off x="571500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742950" y="169545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83374" y="18259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2343150" y="1752600"/>
              <a:ext cx="342900" cy="342900"/>
              <a:chOff x="2343150" y="1752600"/>
              <a:chExt cx="342900" cy="3429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2495550" y="1905000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>
                    <a:moveTo>
                      <a:pt x="0" y="19050"/>
                    </a:moveTo>
                    <a:cubicBezTo>
                      <a:pt x="0" y="29571"/>
                      <a:pt x="8529" y="38100"/>
                      <a:pt x="19050" y="38100"/>
                    </a:cubicBezTo>
                    <a:cubicBezTo>
                      <a:pt x="29571" y="38100"/>
                      <a:pt x="38100" y="29571"/>
                      <a:pt x="38100" y="19050"/>
                    </a:cubicBezTo>
                    <a:cubicBezTo>
                      <a:pt x="38100" y="8529"/>
                      <a:pt x="29571" y="0"/>
                      <a:pt x="19050" y="0"/>
                    </a:cubicBezTo>
                    <a:cubicBezTo>
                      <a:pt x="8529" y="0"/>
                      <a:pt x="0" y="8529"/>
                      <a:pt x="0" y="19050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Freeform 17"/>
              <p:cNvSpPr/>
              <p:nvPr/>
            </p:nvSpPr>
            <p:spPr>
              <a:xfrm>
                <a:off x="2419350" y="18288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0" y="95250"/>
                    </a:moveTo>
                    <a:cubicBezTo>
                      <a:pt x="0" y="147855"/>
                      <a:pt x="42645" y="190500"/>
                      <a:pt x="95250" y="190500"/>
                    </a:cubicBezTo>
                    <a:cubicBezTo>
                      <a:pt x="147855" y="190500"/>
                      <a:pt x="190500" y="147855"/>
                      <a:pt x="190500" y="95250"/>
                    </a:cubicBezTo>
                    <a:cubicBezTo>
                      <a:pt x="190500" y="42645"/>
                      <a:pt x="147855" y="0"/>
                      <a:pt x="95250" y="0"/>
                    </a:cubicBezTo>
                    <a:cubicBezTo>
                      <a:pt x="42645" y="0"/>
                      <a:pt x="0" y="42645"/>
                      <a:pt x="0" y="95250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2343150" y="17526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0" y="171450"/>
                    </a:moveTo>
                    <a:cubicBezTo>
                      <a:pt x="0" y="266139"/>
                      <a:pt x="76761" y="342900"/>
                      <a:pt x="171450" y="342900"/>
                    </a:cubicBezTo>
                    <a:cubicBezTo>
                      <a:pt x="266139" y="342900"/>
                      <a:pt x="342900" y="266139"/>
                      <a:pt x="342900" y="171450"/>
                    </a:cubicBezTo>
                    <a:cubicBezTo>
                      <a:pt x="342900" y="76761"/>
                      <a:pt x="266139" y="0"/>
                      <a:pt x="171450" y="0"/>
                    </a:cubicBezTo>
                    <a:cubicBezTo>
                      <a:pt x="76761" y="0"/>
                      <a:pt x="0" y="76761"/>
                      <a:pt x="0" y="171450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781050" y="2362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找细分方向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6765" y="2791778"/>
              <a:ext cx="807913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读者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喜欢什么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6765" y="3010852"/>
              <a:ext cx="1346522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 u="sng">
                  <a:solidFill>
                    <a:srgbClr val="475569"/>
                  </a:solidFill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rPr>
                <a:t>你会什么，你喜欢什么</a:t>
              </a:r>
              <a:endParaRPr lang="zh-CN" sz="1050" b="1" u="sng">
                <a:solidFill>
                  <a:srgbClr val="475569"/>
                </a:solidFill>
                <a:highlight>
                  <a:srgbClr val="FFFF00"/>
                </a:highlight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381375" y="1524000"/>
            <a:ext cx="2619375" cy="2286000"/>
            <a:chOff x="3381375" y="1524000"/>
            <a:chExt cx="2619375" cy="2286000"/>
          </a:xfrm>
        </p:grpSpPr>
        <p:sp>
          <p:nvSpPr>
            <p:cNvPr id="24" name="Rectangle 24"/>
            <p:cNvSpPr/>
            <p:nvPr/>
          </p:nvSpPr>
          <p:spPr>
            <a:xfrm>
              <a:off x="3381375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Ellipse 25"/>
            <p:cNvSpPr/>
            <p:nvPr/>
          </p:nvSpPr>
          <p:spPr>
            <a:xfrm>
              <a:off x="3552825" y="169545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93249" y="18259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5153025" y="1752600"/>
              <a:ext cx="342900" cy="342900"/>
              <a:chOff x="5153025" y="1752600"/>
              <a:chExt cx="342900" cy="3429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53025" y="1752600"/>
                <a:ext cx="2667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266700">
                    <a:moveTo>
                      <a:pt x="0" y="133350"/>
                    </a:moveTo>
                    <a:cubicBezTo>
                      <a:pt x="0" y="206997"/>
                      <a:pt x="59703" y="266700"/>
                      <a:pt x="133350" y="266700"/>
                    </a:cubicBezTo>
                    <a:cubicBezTo>
                      <a:pt x="206997" y="266700"/>
                      <a:pt x="266700" y="206997"/>
                      <a:pt x="266700" y="133350"/>
                    </a:cubicBezTo>
                    <a:cubicBezTo>
                      <a:pt x="266700" y="59703"/>
                      <a:pt x="206997" y="0"/>
                      <a:pt x="133350" y="0"/>
                    </a:cubicBezTo>
                    <a:cubicBezTo>
                      <a:pt x="59703" y="0"/>
                      <a:pt x="0" y="59703"/>
                      <a:pt x="0" y="133350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5381625" y="19812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114300" y="1143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3590925" y="236220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找竞品公众号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96640" y="2791778"/>
              <a:ext cx="4039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多个号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96640" y="3010852"/>
              <a:ext cx="40395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同赛道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191250" y="1524000"/>
            <a:ext cx="2619375" cy="2286000"/>
            <a:chOff x="6191250" y="1524000"/>
            <a:chExt cx="2619375" cy="2286000"/>
          </a:xfrm>
        </p:grpSpPr>
        <p:sp>
          <p:nvSpPr>
            <p:cNvPr id="34" name="Rectangle 34"/>
            <p:cNvSpPr/>
            <p:nvPr/>
          </p:nvSpPr>
          <p:spPr>
            <a:xfrm>
              <a:off x="6191250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Ellipse 35"/>
            <p:cNvSpPr/>
            <p:nvPr/>
          </p:nvSpPr>
          <p:spPr>
            <a:xfrm>
              <a:off x="6362700" y="169545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03124" y="18259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8001000" y="1752600"/>
              <a:ext cx="266700" cy="342900"/>
              <a:chOff x="8001000" y="1752600"/>
              <a:chExt cx="266700" cy="3429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8172450" y="1752600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0" y="76200"/>
                    </a:lnTo>
                    <a:cubicBezTo>
                      <a:pt x="0" y="86721"/>
                      <a:pt x="8529" y="95250"/>
                      <a:pt x="19050" y="95250"/>
                    </a:cubicBezTo>
                    <a:lnTo>
                      <a:pt x="95250" y="9525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" name="Freeform 38"/>
              <p:cNvSpPr/>
              <p:nvPr/>
            </p:nvSpPr>
            <p:spPr>
              <a:xfrm>
                <a:off x="8001000" y="1752600"/>
                <a:ext cx="2667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342900">
                    <a:moveTo>
                      <a:pt x="228600" y="342900"/>
                    </a:moveTo>
                    <a:lnTo>
                      <a:pt x="38100" y="342900"/>
                    </a:lnTo>
                    <a:cubicBezTo>
                      <a:pt x="17058" y="342900"/>
                      <a:pt x="0" y="325842"/>
                      <a:pt x="0" y="3048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  <a:lnTo>
                      <a:pt x="266700" y="95250"/>
                    </a:lnTo>
                    <a:lnTo>
                      <a:pt x="266700" y="304800"/>
                    </a:lnTo>
                    <a:cubicBezTo>
                      <a:pt x="266700" y="325842"/>
                      <a:pt x="249642" y="342900"/>
                      <a:pt x="228600" y="342900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8077200" y="1866900"/>
                <a:ext cx="19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050" h="9525">
                    <a:moveTo>
                      <a:pt x="0" y="0"/>
                    </a:moveTo>
                    <a:lnTo>
                      <a:pt x="1905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" name="Freeform 40"/>
              <p:cNvSpPr/>
              <p:nvPr/>
            </p:nvSpPr>
            <p:spPr>
              <a:xfrm>
                <a:off x="8077200" y="19431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" name="Freeform 41"/>
              <p:cNvSpPr/>
              <p:nvPr/>
            </p:nvSpPr>
            <p:spPr>
              <a:xfrm>
                <a:off x="8077200" y="201930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6400800" y="2362200"/>
              <a:ext cx="225382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AI </a:t>
              </a:r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抓</a:t>
              </a:r>
              <a:r>
                <a:rPr lang="zh-CN" alt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竞品公众号</a:t>
              </a:r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10 篇文章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406515" y="2791778"/>
              <a:ext cx="148117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参考竞品优秀的文案风格</a:t>
              </a:r>
              <a:endParaRPr lang="zh-CN" alt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06515" y="3010852"/>
              <a:ext cx="161582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稳定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、优秀、已经试错过的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001125" y="1524000"/>
            <a:ext cx="2619375" cy="2286000"/>
            <a:chOff x="9001125" y="1524000"/>
            <a:chExt cx="2619375" cy="2286000"/>
          </a:xfrm>
        </p:grpSpPr>
        <p:sp>
          <p:nvSpPr>
            <p:cNvPr id="47" name="Rectangle 47"/>
            <p:cNvSpPr/>
            <p:nvPr/>
          </p:nvSpPr>
          <p:spPr>
            <a:xfrm>
              <a:off x="9001125" y="15240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Ellipse 48"/>
            <p:cNvSpPr/>
            <p:nvPr/>
          </p:nvSpPr>
          <p:spPr>
            <a:xfrm>
              <a:off x="9172575" y="1695450"/>
              <a:ext cx="419100" cy="419100"/>
            </a:xfrm>
            <a:prstGeom prst="ellipse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12999" y="18259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10772775" y="1752600"/>
              <a:ext cx="342900" cy="342900"/>
              <a:chOff x="10772775" y="1752600"/>
              <a:chExt cx="342900" cy="34290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944225" y="19431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29851" y="0"/>
                      <a:pt x="0" y="29851"/>
                      <a:pt x="0" y="66675"/>
                    </a:cubicBezTo>
                    <a:lnTo>
                      <a:pt x="0" y="85725"/>
                    </a:lnTo>
                    <a:cubicBezTo>
                      <a:pt x="0" y="122549"/>
                      <a:pt x="29851" y="152400"/>
                      <a:pt x="66675" y="152400"/>
                    </a:cubicBezTo>
                    <a:cubicBezTo>
                      <a:pt x="103499" y="152400"/>
                      <a:pt x="133350" y="122549"/>
                      <a:pt x="133350" y="85725"/>
                    </a:cubicBezTo>
                    <a:lnTo>
                      <a:pt x="133350" y="51435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" name="Freeform 51"/>
              <p:cNvSpPr/>
              <p:nvPr/>
            </p:nvSpPr>
            <p:spPr>
              <a:xfrm>
                <a:off x="10810875" y="1943100"/>
                <a:ext cx="13335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52400">
                    <a:moveTo>
                      <a:pt x="66675" y="0"/>
                    </a:move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85725"/>
                    </a:lnTo>
                    <a:cubicBezTo>
                      <a:pt x="133350" y="122549"/>
                      <a:pt x="103499" y="152400"/>
                      <a:pt x="66675" y="152400"/>
                    </a:cubicBezTo>
                    <a:cubicBezTo>
                      <a:pt x="29851" y="152400"/>
                      <a:pt x="0" y="122549"/>
                      <a:pt x="0" y="85725"/>
                    </a:cubicBezTo>
                    <a:lnTo>
                      <a:pt x="0" y="51435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2" name="Freeform 52"/>
              <p:cNvSpPr/>
              <p:nvPr/>
            </p:nvSpPr>
            <p:spPr>
              <a:xfrm>
                <a:off x="11039475" y="186690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9525" y="133350"/>
                    </a:moveTo>
                    <a:cubicBezTo>
                      <a:pt x="46349" y="133350"/>
                      <a:pt x="76200" y="103499"/>
                      <a:pt x="76200" y="66675"/>
                    </a:cubicBezTo>
                    <a:cubicBezTo>
                      <a:pt x="76200" y="29851"/>
                      <a:pt x="46349" y="0"/>
                      <a:pt x="9525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Freeform 53"/>
              <p:cNvSpPr/>
              <p:nvPr/>
            </p:nvSpPr>
            <p:spPr>
              <a:xfrm>
                <a:off x="10944225" y="1752600"/>
                <a:ext cx="133350" cy="12001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20015">
                    <a:moveTo>
                      <a:pt x="133350" y="120015"/>
                    </a:moveTo>
                    <a:lnTo>
                      <a:pt x="133350" y="66675"/>
                    </a:lnTo>
                    <a:cubicBezTo>
                      <a:pt x="133350" y="29851"/>
                      <a:pt x="103499" y="0"/>
                      <a:pt x="66675" y="0"/>
                    </a:cubicBezTo>
                    <a:cubicBezTo>
                      <a:pt x="29851" y="0"/>
                      <a:pt x="0" y="29851"/>
                      <a:pt x="0" y="66675"/>
                    </a:cubicBez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4" name="Freeform 54"/>
              <p:cNvSpPr/>
              <p:nvPr/>
            </p:nvSpPr>
            <p:spPr>
              <a:xfrm>
                <a:off x="10772775" y="1866900"/>
                <a:ext cx="762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33350">
                    <a:moveTo>
                      <a:pt x="66675" y="133350"/>
                    </a:moveTo>
                    <a:cubicBezTo>
                      <a:pt x="29851" y="133350"/>
                      <a:pt x="0" y="103499"/>
                      <a:pt x="0" y="66675"/>
                    </a:cubicBezTo>
                    <a:cubicBezTo>
                      <a:pt x="0" y="29851"/>
                      <a:pt x="29851" y="0"/>
                      <a:pt x="66675" y="0"/>
                    </a:cubicBez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5" name="Freeform 55"/>
              <p:cNvSpPr/>
              <p:nvPr/>
            </p:nvSpPr>
            <p:spPr>
              <a:xfrm>
                <a:off x="10810875" y="1752600"/>
                <a:ext cx="133350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257175">
                    <a:moveTo>
                      <a:pt x="0" y="120015"/>
                    </a:moveTo>
                    <a:lnTo>
                      <a:pt x="0" y="66675"/>
                    </a:lnTo>
                    <a:cubicBezTo>
                      <a:pt x="0" y="29851"/>
                      <a:pt x="29851" y="0"/>
                      <a:pt x="66675" y="0"/>
                    </a:cubicBezTo>
                    <a:cubicBezTo>
                      <a:pt x="103499" y="0"/>
                      <a:pt x="133350" y="29851"/>
                      <a:pt x="133350" y="66675"/>
                    </a:cubicBezTo>
                    <a:lnTo>
                      <a:pt x="133350" y="257175"/>
                    </a:lnTo>
                  </a:path>
                </a:pathLst>
              </a:custGeom>
              <a:noFill/>
              <a:ln w="19050">
                <a:solidFill>
                  <a:srgbClr val="DBEAFE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" name="TextBox 57"/>
            <p:cNvSpPr txBox="1"/>
            <p:nvPr/>
          </p:nvSpPr>
          <p:spPr>
            <a:xfrm>
              <a:off x="9210675" y="2362200"/>
              <a:ext cx="14242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女娲 Skill 提炼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216390" y="2791778"/>
              <a:ext cx="161582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把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竞品风格</a:t>
              </a:r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变成自己的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风格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16390" y="3010852"/>
              <a:ext cx="1048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公众号写作 Skill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571500" y="4000500"/>
            <a:ext cx="2619375" cy="2286000"/>
            <a:chOff x="571500" y="4000500"/>
            <a:chExt cx="2619375" cy="2286000"/>
          </a:xfrm>
        </p:grpSpPr>
        <p:sp>
          <p:nvSpPr>
            <p:cNvPr id="61" name="Rectangle 61"/>
            <p:cNvSpPr/>
            <p:nvPr/>
          </p:nvSpPr>
          <p:spPr>
            <a:xfrm>
              <a:off x="571500" y="40005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Ellipse 62"/>
            <p:cNvSpPr/>
            <p:nvPr/>
          </p:nvSpPr>
          <p:spPr>
            <a:xfrm>
              <a:off x="742950" y="4171950"/>
              <a:ext cx="419100" cy="4191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83374" y="43024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grpSp>
          <p:nvGrpSpPr>
            <p:cNvPr id="73" name="Group 73"/>
            <p:cNvGrpSpPr/>
            <p:nvPr/>
          </p:nvGrpSpPr>
          <p:grpSpPr>
            <a:xfrm>
              <a:off x="2381250" y="4210050"/>
              <a:ext cx="266700" cy="361950"/>
              <a:chOff x="2381250" y="4210050"/>
              <a:chExt cx="266700" cy="36195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2400300" y="4248150"/>
                <a:ext cx="2286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524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114300"/>
                    </a:lnTo>
                    <a:cubicBezTo>
                      <a:pt x="228600" y="135342"/>
                      <a:pt x="211542" y="152400"/>
                      <a:pt x="1905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" name="Freeform 65"/>
              <p:cNvSpPr/>
              <p:nvPr/>
            </p:nvSpPr>
            <p:spPr>
              <a:xfrm>
                <a:off x="2514600" y="4210050"/>
                <a:ext cx="9525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8100">
                    <a:moveTo>
                      <a:pt x="0" y="0"/>
                    </a:move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6" name="Freeform 66"/>
              <p:cNvSpPr/>
              <p:nvPr/>
            </p:nvSpPr>
            <p:spPr>
              <a:xfrm>
                <a:off x="2457450" y="44005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7" name="Freeform 67"/>
              <p:cNvSpPr/>
              <p:nvPr/>
            </p:nvSpPr>
            <p:spPr>
              <a:xfrm>
                <a:off x="2571750" y="4400550"/>
                <a:ext cx="95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1450">
                    <a:moveTo>
                      <a:pt x="0" y="0"/>
                    </a:moveTo>
                    <a:lnTo>
                      <a:pt x="0" y="17145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>
                <a:off x="2381250" y="44386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3810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Freeform 69"/>
              <p:cNvSpPr/>
              <p:nvPr/>
            </p:nvSpPr>
            <p:spPr>
              <a:xfrm>
                <a:off x="2571750" y="4438650"/>
                <a:ext cx="762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38100">
                    <a:moveTo>
                      <a:pt x="0" y="0"/>
                    </a:moveTo>
                    <a:lnTo>
                      <a:pt x="76200" y="3810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2457450" y="4514850"/>
                <a:ext cx="1143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9525">
                    <a:moveTo>
                      <a:pt x="0" y="0"/>
                    </a:move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1" name="Freeform 71"/>
              <p:cNvSpPr/>
              <p:nvPr/>
            </p:nvSpPr>
            <p:spPr>
              <a:xfrm>
                <a:off x="2476500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" name="Freeform 72"/>
              <p:cNvSpPr/>
              <p:nvPr/>
            </p:nvSpPr>
            <p:spPr>
              <a:xfrm>
                <a:off x="2552700" y="43243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9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4" name="TextBox 74"/>
            <p:cNvSpPr txBox="1"/>
            <p:nvPr/>
          </p:nvSpPr>
          <p:spPr>
            <a:xfrm>
              <a:off x="781050" y="4838700"/>
              <a:ext cx="1634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用 Skill 生成文章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86765" y="5268278"/>
              <a:ext cx="1077218" cy="3231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爬虫提供新鲜题材</a:t>
              </a:r>
              <a:endParaRPr lang="en-US" alt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人或者</a:t>
              </a:r>
              <a:r>
                <a:rPr lang="en-US" alt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AI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决定方向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81050" y="5596498"/>
              <a:ext cx="69730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AI 负责</a:t>
              </a:r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撰写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3381375" y="4000500"/>
            <a:ext cx="2619375" cy="2286000"/>
            <a:chOff x="3381375" y="4000500"/>
            <a:chExt cx="2619375" cy="2286000"/>
          </a:xfrm>
        </p:grpSpPr>
        <p:sp>
          <p:nvSpPr>
            <p:cNvPr id="78" name="Rectangle 78"/>
            <p:cNvSpPr/>
            <p:nvPr/>
          </p:nvSpPr>
          <p:spPr>
            <a:xfrm>
              <a:off x="3381375" y="40005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Ellipse 79"/>
            <p:cNvSpPr/>
            <p:nvPr/>
          </p:nvSpPr>
          <p:spPr>
            <a:xfrm>
              <a:off x="3552825" y="4171950"/>
              <a:ext cx="419100" cy="4191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693249" y="43024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grpSp>
          <p:nvGrpSpPr>
            <p:cNvPr id="86" name="Group 86"/>
            <p:cNvGrpSpPr/>
            <p:nvPr/>
          </p:nvGrpSpPr>
          <p:grpSpPr>
            <a:xfrm>
              <a:off x="5153025" y="4229100"/>
              <a:ext cx="342900" cy="342900"/>
              <a:chOff x="5153025" y="4229100"/>
              <a:chExt cx="342900" cy="342900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5153025" y="4343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" name="Freeform 82"/>
              <p:cNvSpPr/>
              <p:nvPr/>
            </p:nvSpPr>
            <p:spPr>
              <a:xfrm>
                <a:off x="5381625" y="42291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" name="Freeform 83"/>
              <p:cNvSpPr/>
              <p:nvPr/>
            </p:nvSpPr>
            <p:spPr>
              <a:xfrm>
                <a:off x="5381625" y="44577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4" name="Freeform 84"/>
              <p:cNvSpPr/>
              <p:nvPr/>
            </p:nvSpPr>
            <p:spPr>
              <a:xfrm>
                <a:off x="5261610" y="4311015"/>
                <a:ext cx="125730" cy="64770"/>
              </a:xfrm>
              <a:custGeom>
                <a:avLst/>
                <a:gdLst/>
                <a:ahLst/>
                <a:cxnLst/>
                <a:rect l="l" t="t" r="r" b="b"/>
                <a:pathLst>
                  <a:path w="125730" h="64770">
                    <a:moveTo>
                      <a:pt x="0" y="64770"/>
                    </a:moveTo>
                    <a:lnTo>
                      <a:pt x="125730" y="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5" name="Freeform 85"/>
              <p:cNvSpPr/>
              <p:nvPr/>
            </p:nvSpPr>
            <p:spPr>
              <a:xfrm>
                <a:off x="5261610" y="4425315"/>
                <a:ext cx="125730" cy="64770"/>
              </a:xfrm>
              <a:custGeom>
                <a:avLst/>
                <a:gdLst/>
                <a:ahLst/>
                <a:cxnLst/>
                <a:rect l="l" t="t" r="r" b="b"/>
                <a:pathLst>
                  <a:path w="125730" h="64770">
                    <a:moveTo>
                      <a:pt x="0" y="0"/>
                    </a:moveTo>
                    <a:lnTo>
                      <a:pt x="125730" y="6477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7" name="TextBox 87"/>
            <p:cNvSpPr txBox="1"/>
            <p:nvPr/>
          </p:nvSpPr>
          <p:spPr>
            <a:xfrm>
              <a:off x="3590925" y="4838700"/>
              <a:ext cx="158179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baoyu 微信 Skill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3596640" y="5277191"/>
              <a:ext cx="107721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发布到公众号</a:t>
              </a:r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草稿</a:t>
              </a:r>
            </a:p>
          </p:txBody>
        </p:sp>
      </p:grpSp>
      <p:grpSp>
        <p:nvGrpSpPr>
          <p:cNvPr id="100" name="Group 100"/>
          <p:cNvGrpSpPr/>
          <p:nvPr/>
        </p:nvGrpSpPr>
        <p:grpSpPr>
          <a:xfrm>
            <a:off x="6191250" y="4000500"/>
            <a:ext cx="2619375" cy="2286000"/>
            <a:chOff x="6191250" y="4000500"/>
            <a:chExt cx="2619375" cy="2286000"/>
          </a:xfrm>
        </p:grpSpPr>
        <p:sp>
          <p:nvSpPr>
            <p:cNvPr id="91" name="Rectangle 91"/>
            <p:cNvSpPr/>
            <p:nvPr/>
          </p:nvSpPr>
          <p:spPr>
            <a:xfrm>
              <a:off x="6191250" y="40005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Ellipse 92"/>
            <p:cNvSpPr/>
            <p:nvPr/>
          </p:nvSpPr>
          <p:spPr>
            <a:xfrm>
              <a:off x="6362700" y="4171950"/>
              <a:ext cx="419100" cy="4191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503124" y="43024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7</a:t>
              </a:r>
            </a:p>
          </p:txBody>
        </p:sp>
        <p:grpSp>
          <p:nvGrpSpPr>
            <p:cNvPr id="96" name="Group 96"/>
            <p:cNvGrpSpPr/>
            <p:nvPr/>
          </p:nvGrpSpPr>
          <p:grpSpPr>
            <a:xfrm>
              <a:off x="7954537" y="4220737"/>
              <a:ext cx="359626" cy="359626"/>
              <a:chOff x="7954537" y="4220737"/>
              <a:chExt cx="359626" cy="359626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7954537" y="4220737"/>
                <a:ext cx="359626" cy="359626"/>
              </a:xfrm>
              <a:custGeom>
                <a:avLst/>
                <a:gdLst/>
                <a:ahLst/>
                <a:cxnLst/>
                <a:rect l="l" t="t" r="r" b="b"/>
                <a:pathLst>
                  <a:path w="359626" h="359626">
                    <a:moveTo>
                      <a:pt x="147904" y="33452"/>
                    </a:moveTo>
                    <a:cubicBezTo>
                      <a:pt x="156019" y="0"/>
                      <a:pt x="203606" y="0"/>
                      <a:pt x="211722" y="33452"/>
                    </a:cubicBezTo>
                    <a:cubicBezTo>
                      <a:pt x="214191" y="43645"/>
                      <a:pt x="221381" y="52045"/>
                      <a:pt x="231070" y="56059"/>
                    </a:cubicBezTo>
                    <a:cubicBezTo>
                      <a:pt x="240759" y="60074"/>
                      <a:pt x="251783" y="59219"/>
                      <a:pt x="260737" y="53759"/>
                    </a:cubicBezTo>
                    <a:cubicBezTo>
                      <a:pt x="290132" y="35852"/>
                      <a:pt x="323793" y="69494"/>
                      <a:pt x="305886" y="98908"/>
                    </a:cubicBezTo>
                    <a:cubicBezTo>
                      <a:pt x="300434" y="107858"/>
                      <a:pt x="299581" y="118874"/>
                      <a:pt x="303591" y="128557"/>
                    </a:cubicBezTo>
                    <a:cubicBezTo>
                      <a:pt x="307600" y="138240"/>
                      <a:pt x="315991" y="145428"/>
                      <a:pt x="326174" y="147904"/>
                    </a:cubicBezTo>
                    <a:cubicBezTo>
                      <a:pt x="359626" y="156019"/>
                      <a:pt x="359626" y="203606"/>
                      <a:pt x="326174" y="211722"/>
                    </a:cubicBezTo>
                    <a:cubicBezTo>
                      <a:pt x="315981" y="214191"/>
                      <a:pt x="307581" y="221381"/>
                      <a:pt x="303567" y="231070"/>
                    </a:cubicBezTo>
                    <a:cubicBezTo>
                      <a:pt x="299552" y="240759"/>
                      <a:pt x="300407" y="251783"/>
                      <a:pt x="305867" y="260737"/>
                    </a:cubicBezTo>
                    <a:cubicBezTo>
                      <a:pt x="323774" y="290131"/>
                      <a:pt x="290132" y="323793"/>
                      <a:pt x="260718" y="305886"/>
                    </a:cubicBezTo>
                    <a:cubicBezTo>
                      <a:pt x="251768" y="300434"/>
                      <a:pt x="240752" y="299581"/>
                      <a:pt x="231069" y="303591"/>
                    </a:cubicBezTo>
                    <a:cubicBezTo>
                      <a:pt x="221386" y="307600"/>
                      <a:pt x="214198" y="315991"/>
                      <a:pt x="211722" y="326174"/>
                    </a:cubicBezTo>
                    <a:cubicBezTo>
                      <a:pt x="203606" y="359626"/>
                      <a:pt x="156019" y="359626"/>
                      <a:pt x="147904" y="326174"/>
                    </a:cubicBezTo>
                    <a:cubicBezTo>
                      <a:pt x="145435" y="315981"/>
                      <a:pt x="138245" y="307581"/>
                      <a:pt x="128556" y="303567"/>
                    </a:cubicBezTo>
                    <a:cubicBezTo>
                      <a:pt x="118867" y="299552"/>
                      <a:pt x="107843" y="300407"/>
                      <a:pt x="98889" y="305867"/>
                    </a:cubicBezTo>
                    <a:cubicBezTo>
                      <a:pt x="69494" y="323774"/>
                      <a:pt x="35833" y="290131"/>
                      <a:pt x="53740" y="260718"/>
                    </a:cubicBezTo>
                    <a:cubicBezTo>
                      <a:pt x="59192" y="251768"/>
                      <a:pt x="60045" y="240752"/>
                      <a:pt x="56035" y="231069"/>
                    </a:cubicBezTo>
                    <a:cubicBezTo>
                      <a:pt x="52026" y="221386"/>
                      <a:pt x="43635" y="214198"/>
                      <a:pt x="33452" y="211722"/>
                    </a:cubicBezTo>
                    <a:cubicBezTo>
                      <a:pt x="0" y="203606"/>
                      <a:pt x="0" y="156019"/>
                      <a:pt x="33452" y="147904"/>
                    </a:cubicBezTo>
                    <a:cubicBezTo>
                      <a:pt x="43645" y="145435"/>
                      <a:pt x="52045" y="138245"/>
                      <a:pt x="56059" y="128556"/>
                    </a:cubicBezTo>
                    <a:cubicBezTo>
                      <a:pt x="60074" y="118867"/>
                      <a:pt x="59219" y="107843"/>
                      <a:pt x="53759" y="98889"/>
                    </a:cubicBezTo>
                    <a:cubicBezTo>
                      <a:pt x="35852" y="69494"/>
                      <a:pt x="69494" y="35833"/>
                      <a:pt x="98908" y="53740"/>
                    </a:cubicBezTo>
                    <a:cubicBezTo>
                      <a:pt x="117958" y="65322"/>
                      <a:pt x="142646" y="55074"/>
                      <a:pt x="147904" y="33452"/>
                    </a:cubicBez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5" name="Freeform 95"/>
              <p:cNvSpPr/>
              <p:nvPr/>
            </p:nvSpPr>
            <p:spPr>
              <a:xfrm>
                <a:off x="8077200" y="43434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cubicBezTo>
                      <a:pt x="0" y="88713"/>
                      <a:pt x="25587" y="114300"/>
                      <a:pt x="57150" y="114300"/>
                    </a:cubicBezTo>
                    <a:cubicBezTo>
                      <a:pt x="88713" y="114300"/>
                      <a:pt x="114300" y="88713"/>
                      <a:pt x="114300" y="57150"/>
                    </a:cubicBezTo>
                    <a:cubicBezTo>
                      <a:pt x="114300" y="25587"/>
                      <a:pt x="88713" y="0"/>
                      <a:pt x="57150" y="0"/>
                    </a:cubicBezTo>
                    <a:cubicBezTo>
                      <a:pt x="25587" y="0"/>
                      <a:pt x="0" y="25587"/>
                      <a:pt x="0" y="57150"/>
                    </a:cubicBez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7" name="TextBox 97"/>
            <p:cNvSpPr txBox="1"/>
            <p:nvPr/>
          </p:nvSpPr>
          <p:spPr>
            <a:xfrm>
              <a:off x="6400800" y="4838700"/>
              <a:ext cx="1686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OpenClaw 自动化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406515" y="52682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把零散动作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406515" y="54873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串成每日流程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9001125" y="4000500"/>
            <a:ext cx="2619375" cy="2286000"/>
            <a:chOff x="9001125" y="4000500"/>
            <a:chExt cx="2619375" cy="2286000"/>
          </a:xfrm>
        </p:grpSpPr>
        <p:sp>
          <p:nvSpPr>
            <p:cNvPr id="101" name="Rectangle 101"/>
            <p:cNvSpPr/>
            <p:nvPr/>
          </p:nvSpPr>
          <p:spPr>
            <a:xfrm>
              <a:off x="9001125" y="4000500"/>
              <a:ext cx="2619375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Ellipse 102"/>
            <p:cNvSpPr/>
            <p:nvPr/>
          </p:nvSpPr>
          <p:spPr>
            <a:xfrm>
              <a:off x="9172575" y="4171950"/>
              <a:ext cx="419100" cy="419100"/>
            </a:xfrm>
            <a:prstGeom prst="ellipse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9312999" y="4302442"/>
              <a:ext cx="1382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grpSp>
          <p:nvGrpSpPr>
            <p:cNvPr id="106" name="Group 106"/>
            <p:cNvGrpSpPr/>
            <p:nvPr/>
          </p:nvGrpSpPr>
          <p:grpSpPr>
            <a:xfrm>
              <a:off x="10772775" y="4305300"/>
              <a:ext cx="342900" cy="190500"/>
              <a:chOff x="10772775" y="4305300"/>
              <a:chExt cx="342900" cy="1905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10772775" y="4305300"/>
                <a:ext cx="3429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190500">
                    <a:moveTo>
                      <a:pt x="0" y="190500"/>
                    </a:moveTo>
                    <a:lnTo>
                      <a:pt x="114300" y="76200"/>
                    </a:lnTo>
                    <a:lnTo>
                      <a:pt x="190500" y="152400"/>
                    </a:lnTo>
                    <a:lnTo>
                      <a:pt x="342900" y="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5" name="Freeform 105"/>
              <p:cNvSpPr/>
              <p:nvPr/>
            </p:nvSpPr>
            <p:spPr>
              <a:xfrm>
                <a:off x="10982325" y="4305300"/>
                <a:ext cx="13335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33350">
                    <a:moveTo>
                      <a:pt x="0" y="0"/>
                    </a:moveTo>
                    <a:lnTo>
                      <a:pt x="133350" y="0"/>
                    </a:lnTo>
                    <a:lnTo>
                      <a:pt x="133350" y="133350"/>
                    </a:lnTo>
                  </a:path>
                </a:pathLst>
              </a:custGeom>
              <a:noFill/>
              <a:ln w="19050">
                <a:solidFill>
                  <a:srgbClr val="FEE2D0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7" name="TextBox 107"/>
            <p:cNvSpPr txBox="1"/>
            <p:nvPr/>
          </p:nvSpPr>
          <p:spPr>
            <a:xfrm>
              <a:off x="9210675" y="4838700"/>
              <a:ext cx="9618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复盘与优化</a:t>
              </a:r>
              <a:endParaRPr lang="zh-CN" sz="15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9216390" y="5268278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文案优化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9216390" y="5487352"/>
              <a:ext cx="53860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>
                  <a:solidFill>
                    <a:srgbClr val="475569"/>
                  </a:solidFill>
                  <a:latin typeface="Segoe UI"/>
                  <a:ea typeface="Microsoft YaHei"/>
                  <a:cs typeface="Segoe UI"/>
                </a:rPr>
                <a:t>赛道调整</a:t>
              </a:r>
              <a:endParaRPr lang="zh-CN" sz="1050">
                <a:solidFill>
                  <a:srgbClr val="475569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4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33" grpId="0"/>
      <p:bldP spid="46" grpId="0"/>
      <p:bldP spid="60" grpId="0"/>
      <p:bldP spid="77" grpId="0"/>
      <p:bldP spid="90" grpId="0"/>
      <p:bldP spid="100" grpId="0"/>
      <p:bldP spid="1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1500" y="521970"/>
            <a:ext cx="5190187" cy="468630"/>
            <a:chOff x="571500" y="521970"/>
            <a:chExt cx="5190187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06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384300" y="579300"/>
              <a:ext cx="203200" cy="213000"/>
              <a:chOff x="1384300" y="579300"/>
              <a:chExt cx="203200" cy="2130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84300" y="5793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384300" y="69850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722120" y="521970"/>
              <a:ext cx="4039567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真正要复制的是这条 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8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步流程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905614"/>
            <a:ext cx="1905000" cy="952500"/>
            <a:chOff x="571500" y="1905000"/>
            <a:chExt cx="1905000" cy="952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905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9111" y="21726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DBEAFE"/>
                  </a:solidFill>
                  <a:latin typeface="Segoe UI"/>
                  <a:ea typeface="Microsoft YaHei"/>
                  <a:cs typeface="Segoe UI"/>
                </a:rPr>
                <a:t>第 1 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89911" y="2428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选赛道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517900" y="1905614"/>
            <a:ext cx="1905000" cy="952500"/>
            <a:chOff x="2781300" y="1905000"/>
            <a:chExt cx="1905000" cy="952500"/>
          </a:xfrm>
        </p:grpSpPr>
        <p:sp>
          <p:nvSpPr>
            <p:cNvPr id="18" name="Rectangle 18"/>
            <p:cNvSpPr/>
            <p:nvPr/>
          </p:nvSpPr>
          <p:spPr>
            <a:xfrm>
              <a:off x="2781300" y="1905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2563E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488911" y="21726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2 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9711" y="242887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找竞品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464300" y="1905614"/>
            <a:ext cx="1905000" cy="952500"/>
            <a:chOff x="4991100" y="1905000"/>
            <a:chExt cx="1905000" cy="952500"/>
          </a:xfrm>
        </p:grpSpPr>
        <p:sp>
          <p:nvSpPr>
            <p:cNvPr id="24" name="Rectangle 24"/>
            <p:cNvSpPr/>
            <p:nvPr/>
          </p:nvSpPr>
          <p:spPr>
            <a:xfrm>
              <a:off x="4991100" y="1905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2563E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698711" y="2172652"/>
              <a:ext cx="489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3 步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536001" y="2428875"/>
              <a:ext cx="81519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抓 10 篇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869612" y="4210050"/>
            <a:ext cx="190500" cy="152400"/>
            <a:chOff x="2533650" y="2305050"/>
            <a:chExt cx="190500" cy="152400"/>
          </a:xfrm>
        </p:grpSpPr>
        <p:sp>
          <p:nvSpPr>
            <p:cNvPr id="16" name="Polygon 16"/>
            <p:cNvSpPr/>
            <p:nvPr/>
          </p:nvSpPr>
          <p:spPr>
            <a:xfrm>
              <a:off x="2533650" y="2305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76200"/>
                  </a:moveTo>
                  <a:lnTo>
                    <a:pt x="190500" y="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815888" y="4214812"/>
            <a:ext cx="190500" cy="152400"/>
            <a:chOff x="4743450" y="2305050"/>
            <a:chExt cx="190500" cy="152400"/>
          </a:xfrm>
        </p:grpSpPr>
        <p:sp>
          <p:nvSpPr>
            <p:cNvPr id="22" name="Polygon 22"/>
            <p:cNvSpPr/>
            <p:nvPr/>
          </p:nvSpPr>
          <p:spPr>
            <a:xfrm>
              <a:off x="4743450" y="2305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76200"/>
                  </a:moveTo>
                  <a:lnTo>
                    <a:pt x="190500" y="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761313" y="4214812"/>
            <a:ext cx="190500" cy="152400"/>
            <a:chOff x="9163050" y="2305050"/>
            <a:chExt cx="190500" cy="152400"/>
          </a:xfrm>
        </p:grpSpPr>
        <p:sp>
          <p:nvSpPr>
            <p:cNvPr id="34" name="Polygon 34"/>
            <p:cNvSpPr/>
            <p:nvPr/>
          </p:nvSpPr>
          <p:spPr>
            <a:xfrm>
              <a:off x="9163050" y="2305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0" y="76200"/>
                  </a:moveTo>
                  <a:lnTo>
                    <a:pt x="190500" y="0"/>
                  </a:lnTo>
                  <a:lnTo>
                    <a:pt x="19050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10700" y="1905614"/>
            <a:ext cx="1905000" cy="952500"/>
            <a:chOff x="9410700" y="1905000"/>
            <a:chExt cx="1905000" cy="952500"/>
          </a:xfrm>
        </p:grpSpPr>
        <p:sp>
          <p:nvSpPr>
            <p:cNvPr id="36" name="Rectangle 36"/>
            <p:cNvSpPr/>
            <p:nvPr/>
          </p:nvSpPr>
          <p:spPr>
            <a:xfrm>
              <a:off x="9410700" y="1905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2563EB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153207" y="2172652"/>
              <a:ext cx="41998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</a:t>
              </a:r>
              <a:r>
                <a:rPr lang="en-US" alt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4 </a:t>
              </a:r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924098" y="2428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女娲提炼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0287000" y="2857500"/>
            <a:ext cx="152400" cy="838200"/>
            <a:chOff x="10287000" y="2857500"/>
            <a:chExt cx="152400" cy="838200"/>
          </a:xfrm>
        </p:grpSpPr>
        <p:sp>
          <p:nvSpPr>
            <p:cNvPr id="40" name="Line 40"/>
            <p:cNvSpPr/>
            <p:nvPr/>
          </p:nvSpPr>
          <p:spPr>
            <a:xfrm>
              <a:off x="10363200" y="2857500"/>
              <a:ext cx="9525" cy="762000"/>
            </a:xfrm>
            <a:custGeom>
              <a:avLst/>
              <a:gdLst/>
              <a:ahLst/>
              <a:cxnLst/>
              <a:rect l="l" t="t" r="r" b="b"/>
              <a:pathLst>
                <a:path w="9525" h="762000">
                  <a:moveTo>
                    <a:pt x="0" y="0"/>
                  </a:moveTo>
                  <a:lnTo>
                    <a:pt x="0" y="7620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Polygon 41"/>
            <p:cNvSpPr/>
            <p:nvPr/>
          </p:nvSpPr>
          <p:spPr>
            <a:xfrm>
              <a:off x="10287000" y="3524250"/>
              <a:ext cx="152400" cy="171450"/>
            </a:xfrm>
            <a:custGeom>
              <a:avLst/>
              <a:gdLst/>
              <a:ahLst/>
              <a:cxnLst/>
              <a:rect l="l" t="t" r="r" b="b"/>
              <a:pathLst>
                <a:path w="152400" h="171450">
                  <a:moveTo>
                    <a:pt x="76200" y="171450"/>
                  </a:moveTo>
                  <a:lnTo>
                    <a:pt x="0" y="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410700" y="3810000"/>
            <a:ext cx="1905000" cy="952500"/>
            <a:chOff x="9410700" y="3810000"/>
            <a:chExt cx="1905000" cy="952500"/>
          </a:xfrm>
        </p:grpSpPr>
        <p:sp>
          <p:nvSpPr>
            <p:cNvPr id="43" name="Rectangle 43"/>
            <p:cNvSpPr/>
            <p:nvPr/>
          </p:nvSpPr>
          <p:spPr>
            <a:xfrm>
              <a:off x="9410700" y="3810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53206" y="4077652"/>
              <a:ext cx="41998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</a:t>
              </a:r>
              <a:r>
                <a:rPr lang="en-US" alt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5</a:t>
              </a:r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 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924098" y="43338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生成文章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6464300" y="3810000"/>
            <a:ext cx="1905000" cy="952500"/>
            <a:chOff x="4991100" y="3810000"/>
            <a:chExt cx="1905000" cy="952500"/>
          </a:xfrm>
        </p:grpSpPr>
        <p:sp>
          <p:nvSpPr>
            <p:cNvPr id="55" name="Rectangle 55"/>
            <p:cNvSpPr/>
            <p:nvPr/>
          </p:nvSpPr>
          <p:spPr>
            <a:xfrm>
              <a:off x="4991100" y="3810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698711" y="4077652"/>
              <a:ext cx="489778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</a:t>
              </a:r>
              <a:r>
                <a:rPr lang="en-US" alt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6</a:t>
              </a:r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 步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394234" y="4333875"/>
              <a:ext cx="109873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baoyu 发布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3517900" y="3810000"/>
            <a:ext cx="1905000" cy="952500"/>
            <a:chOff x="2781300" y="3810000"/>
            <a:chExt cx="1905000" cy="952500"/>
          </a:xfrm>
        </p:grpSpPr>
        <p:sp>
          <p:nvSpPr>
            <p:cNvPr id="61" name="Rectangle 61"/>
            <p:cNvSpPr/>
            <p:nvPr/>
          </p:nvSpPr>
          <p:spPr>
            <a:xfrm>
              <a:off x="2781300" y="3810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19050">
              <a:solidFill>
                <a:srgbClr val="F97316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3523806" y="4077652"/>
              <a:ext cx="41998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第 </a:t>
              </a:r>
              <a:r>
                <a:rPr lang="en-US" alt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7</a:t>
              </a:r>
              <a:r>
                <a:rPr lang="zh-CN" sz="1050" b="1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 步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2890397" y="4333875"/>
              <a:ext cx="168680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OpenClaw 自动化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787448" y="2362200"/>
            <a:ext cx="190500" cy="152400"/>
            <a:chOff x="9163050" y="4210050"/>
            <a:chExt cx="190500" cy="152400"/>
          </a:xfrm>
        </p:grpSpPr>
        <p:sp>
          <p:nvSpPr>
            <p:cNvPr id="47" name="Polygon 47"/>
            <p:cNvSpPr/>
            <p:nvPr/>
          </p:nvSpPr>
          <p:spPr>
            <a:xfrm>
              <a:off x="9163050" y="4210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905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850811" y="2362200"/>
            <a:ext cx="190500" cy="152400"/>
            <a:chOff x="4743450" y="4210050"/>
            <a:chExt cx="190500" cy="152400"/>
          </a:xfrm>
        </p:grpSpPr>
        <p:sp>
          <p:nvSpPr>
            <p:cNvPr id="59" name="Polygon 59"/>
            <p:cNvSpPr/>
            <p:nvPr/>
          </p:nvSpPr>
          <p:spPr>
            <a:xfrm>
              <a:off x="4743450" y="4210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905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899490" y="2362200"/>
            <a:ext cx="190500" cy="152400"/>
            <a:chOff x="2533650" y="4210050"/>
            <a:chExt cx="190500" cy="152400"/>
          </a:xfrm>
        </p:grpSpPr>
        <p:sp>
          <p:nvSpPr>
            <p:cNvPr id="65" name="Polygon 65"/>
            <p:cNvSpPr/>
            <p:nvPr/>
          </p:nvSpPr>
          <p:spPr>
            <a:xfrm>
              <a:off x="2533650" y="4210050"/>
              <a:ext cx="190500" cy="152400"/>
            </a:xfrm>
            <a:custGeom>
              <a:avLst/>
              <a:gdLst/>
              <a:ahLst/>
              <a:cxnLst/>
              <a:rect l="l" t="t" r="r" b="b"/>
              <a:pathLst>
                <a:path w="190500" h="152400">
                  <a:moveTo>
                    <a:pt x="190500" y="76200"/>
                  </a:moveTo>
                  <a:lnTo>
                    <a:pt x="0" y="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71500" y="3810000"/>
            <a:ext cx="1905000" cy="952500"/>
            <a:chOff x="571500" y="3810000"/>
            <a:chExt cx="1905000" cy="952500"/>
          </a:xfrm>
        </p:grpSpPr>
        <p:sp>
          <p:nvSpPr>
            <p:cNvPr id="67" name="Rectangle 67"/>
            <p:cNvSpPr/>
            <p:nvPr/>
          </p:nvSpPr>
          <p:spPr>
            <a:xfrm>
              <a:off x="571500" y="3810000"/>
              <a:ext cx="1905000" cy="952500"/>
            </a:xfrm>
            <a:prstGeom prst="roundRect">
              <a:avLst>
                <a:gd name="adj" fmla="val 12000"/>
              </a:avLst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314006" y="4077652"/>
              <a:ext cx="419987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>
                  <a:solidFill>
                    <a:srgbClr val="FED7AA"/>
                  </a:solidFill>
                  <a:latin typeface="Segoe UI"/>
                  <a:ea typeface="Microsoft YaHei"/>
                  <a:cs typeface="Segoe UI"/>
                </a:rPr>
                <a:t>第 </a:t>
              </a:r>
              <a:r>
                <a:rPr lang="en-US" altLang="zh-CN" sz="1050" b="1">
                  <a:solidFill>
                    <a:srgbClr val="FED7AA"/>
                  </a:solidFill>
                  <a:latin typeface="Segoe UI"/>
                  <a:ea typeface="Microsoft YaHei"/>
                  <a:cs typeface="Segoe UI"/>
                </a:rPr>
                <a:t>8</a:t>
              </a:r>
              <a:r>
                <a:rPr lang="zh-CN" sz="1050" b="1">
                  <a:solidFill>
                    <a:srgbClr val="FED7AA"/>
                  </a:solidFill>
                  <a:latin typeface="Segoe UI"/>
                  <a:ea typeface="Microsoft YaHei"/>
                  <a:cs typeface="Segoe UI"/>
                </a:rPr>
                <a:t> 步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43099" y="4333875"/>
              <a:ext cx="961802" cy="2308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150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复盘与优化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71500" y="5286375"/>
            <a:ext cx="11049000" cy="857250"/>
            <a:chOff x="571500" y="5286375"/>
            <a:chExt cx="11049000" cy="857250"/>
          </a:xfrm>
        </p:grpSpPr>
        <p:sp>
          <p:nvSpPr>
            <p:cNvPr id="71" name="Rectangle 71"/>
            <p:cNvSpPr/>
            <p:nvPr/>
          </p:nvSpPr>
          <p:spPr>
            <a:xfrm>
              <a:off x="571500" y="5286375"/>
              <a:ext cx="11049000" cy="85725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4855" y="542639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这条流程的两个关键性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46760" y="5728335"/>
              <a:ext cx="484106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蓝色 1-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4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步: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从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竞品到自己的 Skill「打通」 · 橙色 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5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-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8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 步: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从</a:t>
              </a:r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内容到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复盘</a:t>
              </a:r>
              <a:endParaRPr lang="zh-CN" sz="1200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4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00"/>
                            </p:stCondLst>
                            <p:childTnLst>
                              <p:par>
                                <p:cTn id="4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1" grpId="0"/>
      <p:bldP spid="27" grpId="0"/>
      <p:bldP spid="17" grpId="0"/>
      <p:bldP spid="23" grpId="0"/>
      <p:bldP spid="35" grpId="0"/>
      <p:bldP spid="39" grpId="0"/>
      <p:bldP spid="42" grpId="0"/>
      <p:bldP spid="46" grpId="0"/>
      <p:bldP spid="58" grpId="0"/>
      <p:bldP spid="64" grpId="0"/>
      <p:bldP spid="48" grpId="0"/>
      <p:bldP spid="60" grpId="0"/>
      <p:bldP spid="66" grpId="0"/>
      <p:bldP spid="70" grpId="0"/>
      <p:bldP spid="7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21771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11"/>
          <p:cNvGrpSpPr/>
          <p:nvPr/>
        </p:nvGrpSpPr>
        <p:grpSpPr>
          <a:xfrm>
            <a:off x="571500" y="521970"/>
            <a:ext cx="6588252" cy="487680"/>
            <a:chOff x="571500" y="521970"/>
            <a:chExt cx="6588252" cy="48768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07</a:t>
              </a:r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1371600" y="571500"/>
              <a:ext cx="228600" cy="228600"/>
              <a:chOff x="1371600" y="571500"/>
              <a:chExt cx="2286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473200" y="673100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422400" y="622300"/>
                <a:ext cx="1270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27000">
                    <a:moveTo>
                      <a:pt x="0" y="63500"/>
                    </a:moveTo>
                    <a:cubicBezTo>
                      <a:pt x="0" y="98570"/>
                      <a:pt x="28430" y="127000"/>
                      <a:pt x="63500" y="127000"/>
                    </a:cubicBezTo>
                    <a:cubicBezTo>
                      <a:pt x="98570" y="127000"/>
                      <a:pt x="127000" y="98570"/>
                      <a:pt x="127000" y="63500"/>
                    </a:cubicBezTo>
                    <a:cubicBezTo>
                      <a:pt x="127000" y="28430"/>
                      <a:pt x="98570" y="0"/>
                      <a:pt x="63500" y="0"/>
                    </a:cubicBezTo>
                    <a:cubicBezTo>
                      <a:pt x="28430" y="0"/>
                      <a:pt x="0" y="28430"/>
                      <a:pt x="0" y="635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371600" y="571500"/>
                <a:ext cx="2286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228600">
                    <a:moveTo>
                      <a:pt x="0" y="114300"/>
                    </a:moveTo>
                    <a:cubicBezTo>
                      <a:pt x="0" y="177426"/>
                      <a:pt x="51174" y="228600"/>
                      <a:pt x="114300" y="228600"/>
                    </a:cubicBezTo>
                    <a:cubicBezTo>
                      <a:pt x="177426" y="228600"/>
                      <a:pt x="228600" y="177426"/>
                      <a:pt x="228600" y="114300"/>
                    </a:cubicBezTo>
                    <a:cubicBezTo>
                      <a:pt x="228600" y="51174"/>
                      <a:pt x="177426" y="0"/>
                      <a:pt x="114300" y="0"/>
                    </a:cubicBezTo>
                    <a:cubicBezTo>
                      <a:pt x="51174" y="0"/>
                      <a:pt x="0" y="51174"/>
                      <a:pt x="0" y="1143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722120" y="521970"/>
              <a:ext cx="543763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第一步:选一个适合 AI 公众号的赛道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333500"/>
            <a:ext cx="5334000" cy="4762500"/>
            <a:chOff x="571500" y="1333500"/>
            <a:chExt cx="5334000" cy="4762500"/>
          </a:xfrm>
        </p:grpSpPr>
        <p:sp>
          <p:nvSpPr>
            <p:cNvPr id="12" name="Rectangle 12"/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9145" y="14982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六条「好赛道」标准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19150" y="2152650"/>
              <a:ext cx="4637089" cy="290512"/>
              <a:chOff x="819150" y="2152650"/>
              <a:chExt cx="4637089" cy="290512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819150" y="21526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98735" y="22298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221105" y="2197418"/>
                <a:ext cx="4235134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读者有「明确问题」可被回答</a:t>
                </a:r>
                <a:r>
                  <a:rPr lang="en-US" altLang="zh-CN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 – </a:t>
                </a:r>
                <a:r>
                  <a:rPr lang="zh-CN" altLang="en-US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缺点</a:t>
                </a:r>
                <a:r>
                  <a:rPr lang="en-US" altLang="zh-CN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: </a:t>
                </a:r>
                <a:r>
                  <a:rPr lang="zh-CN" altLang="en-US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公众号自带</a:t>
                </a:r>
                <a:r>
                  <a:rPr lang="en-US" altLang="zh-CN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AI</a:t>
                </a:r>
                <a:r>
                  <a:rPr lang="zh-CN" altLang="en-US" sz="1350">
                    <a:solidFill>
                      <a:srgbClr val="FF0000"/>
                    </a:solidFill>
                    <a:latin typeface="Segoe UI"/>
                    <a:ea typeface="Microsoft YaHei"/>
                    <a:cs typeface="Segoe UI"/>
                  </a:rPr>
                  <a:t>问答</a:t>
                </a:r>
                <a:endParaRPr lang="zh-CN" sz="1350">
                  <a:solidFill>
                    <a:srgbClr val="FF0000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19150" y="2705100"/>
              <a:ext cx="4122525" cy="290512"/>
              <a:chOff x="819150" y="2705100"/>
              <a:chExt cx="4122525" cy="290512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819150" y="270510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98735" y="27822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221105" y="2749868"/>
                <a:ext cx="3720570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问题可以结构化、可复用回答</a:t>
                </a:r>
                <a:r>
                  <a:rPr lang="en-US" alt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 – </a:t>
                </a:r>
                <a:r>
                  <a:rPr lang="zh-CN" altLang="en-US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框架模板式文章</a:t>
                </a:r>
                <a:endParaRPr lang="zh-CN" sz="135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819150" y="3257550"/>
              <a:ext cx="2479447" cy="290512"/>
              <a:chOff x="819150" y="3257550"/>
              <a:chExt cx="2479447" cy="290512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819150" y="32575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98735" y="33347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3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221105" y="3302318"/>
                <a:ext cx="2077492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每天 / 每周都有新素材产生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19150" y="3810000"/>
              <a:ext cx="2479447" cy="290512"/>
              <a:chOff x="819150" y="3810000"/>
              <a:chExt cx="2479447" cy="290512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819150" y="381000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98735" y="38871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21105" y="3854768"/>
                <a:ext cx="2077492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已经有竞品证明「有人看」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19150" y="4362450"/>
              <a:ext cx="2479447" cy="290512"/>
              <a:chOff x="819150" y="4362450"/>
              <a:chExt cx="2479447" cy="290512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819150" y="436245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98735" y="443960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5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21105" y="4407218"/>
                <a:ext cx="2077492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不完全依赖个人经历或人脉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19150" y="4914900"/>
              <a:ext cx="1440701" cy="290512"/>
              <a:chOff x="819150" y="4914900"/>
              <a:chExt cx="1440701" cy="290512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819150" y="4914900"/>
                <a:ext cx="266700" cy="2667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98735" y="4992052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>
                    <a:solidFill>
                      <a:srgbClr val="2563EB"/>
                    </a:solidFill>
                    <a:latin typeface="Segoe UI"/>
                    <a:ea typeface="Microsoft YaHei"/>
                    <a:cs typeface="Segoe UI"/>
                  </a:rPr>
                  <a:t>6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221105" y="4959668"/>
                <a:ext cx="1038746" cy="2077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altLang="en-US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你熟悉的领域</a:t>
                </a:r>
                <a:endParaRPr lang="zh-CN" sz="135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786765" y="5601652"/>
              <a:ext cx="257121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rPr>
                <a:t>原则:</a:t>
              </a:r>
              <a:r>
                <a:rPr lang="en-US" altLang="zh-CN" sz="1200"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altLang="en-US" sz="1200"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rPr>
                <a:t>尽量</a:t>
              </a:r>
              <a:r>
                <a:rPr lang="zh-CN" sz="1200"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rPr>
                <a:t>不要从「我想写什么」开始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6765" y="5792152"/>
              <a:ext cx="6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050">
                <a:solidFill>
                  <a:srgbClr val="94A3B8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grpSp>
        <p:nvGrpSpPr>
          <p:cNvPr id="111" name="Group 111"/>
          <p:cNvGrpSpPr/>
          <p:nvPr/>
        </p:nvGrpSpPr>
        <p:grpSpPr>
          <a:xfrm>
            <a:off x="6286500" y="1333500"/>
            <a:ext cx="5334000" cy="4762500"/>
            <a:chOff x="6286500" y="1333500"/>
            <a:chExt cx="5334000" cy="4762500"/>
          </a:xfrm>
        </p:grpSpPr>
        <p:sp>
          <p:nvSpPr>
            <p:cNvPr id="43" name="Rectangle 43"/>
            <p:cNvSpPr/>
            <p:nvPr/>
          </p:nvSpPr>
          <p:spPr>
            <a:xfrm>
              <a:off x="6286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286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286500" y="1752600"/>
              <a:ext cx="5334000" cy="1143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94145" y="1498282"/>
              <a:ext cx="1213474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6</a:t>
              </a:r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个</a:t>
              </a:r>
              <a:r>
                <a:rPr 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示例赛道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6515100" y="2095500"/>
              <a:ext cx="2362200" cy="1143000"/>
              <a:chOff x="6515100" y="2095500"/>
              <a:chExt cx="2362200" cy="11430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6515100" y="209550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58" name="Group 58"/>
              <p:cNvGrpSpPr/>
              <p:nvPr/>
            </p:nvGrpSpPr>
            <p:grpSpPr>
              <a:xfrm>
                <a:off x="6738938" y="2319338"/>
                <a:ext cx="200025" cy="200025"/>
                <a:chOff x="6738938" y="2319338"/>
                <a:chExt cx="200025" cy="200025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6761162" y="2341562"/>
                  <a:ext cx="155575" cy="15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55575">
                      <a:moveTo>
                        <a:pt x="0" y="11112"/>
                      </a:moveTo>
                      <a:cubicBezTo>
                        <a:pt x="0" y="4975"/>
                        <a:pt x="4975" y="0"/>
                        <a:pt x="11112" y="0"/>
                      </a:cubicBezTo>
                      <a:lnTo>
                        <a:pt x="144462" y="0"/>
                      </a:lnTo>
                      <a:cubicBezTo>
                        <a:pt x="150600" y="0"/>
                        <a:pt x="155575" y="4975"/>
                        <a:pt x="155575" y="11112"/>
                      </a:cubicBezTo>
                      <a:lnTo>
                        <a:pt x="155575" y="144462"/>
                      </a:lnTo>
                      <a:cubicBezTo>
                        <a:pt x="155575" y="150600"/>
                        <a:pt x="150600" y="155575"/>
                        <a:pt x="144462" y="155575"/>
                      </a:cubicBezTo>
                      <a:lnTo>
                        <a:pt x="11112" y="155575"/>
                      </a:lnTo>
                      <a:cubicBezTo>
                        <a:pt x="4975" y="155575"/>
                        <a:pt x="0" y="150600"/>
                        <a:pt x="0" y="144462"/>
                      </a:cubicBezTo>
                      <a:lnTo>
                        <a:pt x="0" y="11112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9" name="Freeform 49"/>
                <p:cNvSpPr/>
                <p:nvPr/>
              </p:nvSpPr>
              <p:spPr>
                <a:xfrm>
                  <a:off x="6805612" y="2386012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0"/>
                      </a:moveTo>
                      <a:lnTo>
                        <a:pt x="66675" y="0"/>
                      </a:lnTo>
                      <a:lnTo>
                        <a:pt x="66675" y="66675"/>
                      </a:lnTo>
                      <a:lnTo>
                        <a:pt x="0" y="6667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50"/>
                <p:cNvSpPr/>
                <p:nvPr/>
              </p:nvSpPr>
              <p:spPr>
                <a:xfrm>
                  <a:off x="6738938" y="2397125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1" name="Freeform 51"/>
                <p:cNvSpPr/>
                <p:nvPr/>
              </p:nvSpPr>
              <p:spPr>
                <a:xfrm>
                  <a:off x="6738938" y="2441575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0" y="0"/>
                      </a:moveTo>
                      <a:lnTo>
                        <a:pt x="22225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52"/>
                <p:cNvSpPr/>
                <p:nvPr/>
              </p:nvSpPr>
              <p:spPr>
                <a:xfrm>
                  <a:off x="6816725" y="2319338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3" name="Freeform 53"/>
                <p:cNvSpPr/>
                <p:nvPr/>
              </p:nvSpPr>
              <p:spPr>
                <a:xfrm>
                  <a:off x="6861175" y="2319338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54"/>
                <p:cNvSpPr/>
                <p:nvPr/>
              </p:nvSpPr>
              <p:spPr>
                <a:xfrm>
                  <a:off x="6916738" y="2397125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2222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5" name="Freeform 55"/>
                <p:cNvSpPr/>
                <p:nvPr/>
              </p:nvSpPr>
              <p:spPr>
                <a:xfrm>
                  <a:off x="6916738" y="2441575"/>
                  <a:ext cx="222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25" h="9525">
                      <a:moveTo>
                        <a:pt x="2222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56"/>
                <p:cNvSpPr/>
                <p:nvPr/>
              </p:nvSpPr>
              <p:spPr>
                <a:xfrm>
                  <a:off x="6861175" y="2497138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222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7" name="Freeform 57"/>
                <p:cNvSpPr/>
                <p:nvPr/>
              </p:nvSpPr>
              <p:spPr>
                <a:xfrm>
                  <a:off x="6816725" y="2497138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222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9" name="TextBox 59"/>
              <p:cNvSpPr txBox="1"/>
              <p:nvPr/>
            </p:nvSpPr>
            <p:spPr>
              <a:xfrm>
                <a:off x="6688455" y="26546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二手硬件避坑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693218" y="2942749"/>
                <a:ext cx="13639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咸鱼 / 准系统 / 小主机</a:t>
                </a: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9029700" y="2095500"/>
              <a:ext cx="2362200" cy="1143000"/>
              <a:chOff x="9029700" y="2095500"/>
              <a:chExt cx="2362200" cy="114300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9029700" y="209550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72" name="Group 72"/>
              <p:cNvGrpSpPr/>
              <p:nvPr/>
            </p:nvGrpSpPr>
            <p:grpSpPr>
              <a:xfrm>
                <a:off x="9275762" y="2308225"/>
                <a:ext cx="155576" cy="211137"/>
                <a:chOff x="9275762" y="2308225"/>
                <a:chExt cx="155576" cy="211137"/>
              </a:xfrm>
            </p:grpSpPr>
            <p:sp>
              <p:nvSpPr>
                <p:cNvPr id="63" name="Freeform 63"/>
                <p:cNvSpPr/>
                <p:nvPr/>
              </p:nvSpPr>
              <p:spPr>
                <a:xfrm>
                  <a:off x="9286875" y="2330450"/>
                  <a:ext cx="133350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3350" h="889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11125" y="0"/>
                      </a:lnTo>
                      <a:cubicBezTo>
                        <a:pt x="123400" y="0"/>
                        <a:pt x="133350" y="9950"/>
                        <a:pt x="133350" y="22225"/>
                      </a:cubicBezTo>
                      <a:lnTo>
                        <a:pt x="133350" y="66675"/>
                      </a:lnTo>
                      <a:cubicBezTo>
                        <a:pt x="133350" y="78950"/>
                        <a:pt x="123400" y="88900"/>
                        <a:pt x="111125" y="88900"/>
                      </a:cubicBezTo>
                      <a:lnTo>
                        <a:pt x="22225" y="88900"/>
                      </a:lnTo>
                      <a:cubicBezTo>
                        <a:pt x="9950" y="88900"/>
                        <a:pt x="0" y="78950"/>
                        <a:pt x="0" y="666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" name="Freeform 64"/>
                <p:cNvSpPr/>
                <p:nvPr/>
              </p:nvSpPr>
              <p:spPr>
                <a:xfrm>
                  <a:off x="9353550" y="2308225"/>
                  <a:ext cx="9525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22225">
                      <a:moveTo>
                        <a:pt x="0" y="0"/>
                      </a:move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5" name="Freeform 65"/>
                <p:cNvSpPr/>
                <p:nvPr/>
              </p:nvSpPr>
              <p:spPr>
                <a:xfrm>
                  <a:off x="9320212" y="2419350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6" name="Freeform 66"/>
                <p:cNvSpPr/>
                <p:nvPr/>
              </p:nvSpPr>
              <p:spPr>
                <a:xfrm>
                  <a:off x="9386888" y="2419350"/>
                  <a:ext cx="95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00012">
                      <a:moveTo>
                        <a:pt x="0" y="0"/>
                      </a:moveTo>
                      <a:lnTo>
                        <a:pt x="0" y="100012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7" name="Freeform 67"/>
                <p:cNvSpPr/>
                <p:nvPr/>
              </p:nvSpPr>
              <p:spPr>
                <a:xfrm>
                  <a:off x="9275762" y="2441575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22225"/>
                      </a:moveTo>
                      <a:lnTo>
                        <a:pt x="44450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8" name="Freeform 68"/>
                <p:cNvSpPr/>
                <p:nvPr/>
              </p:nvSpPr>
              <p:spPr>
                <a:xfrm>
                  <a:off x="9386888" y="2441575"/>
                  <a:ext cx="44450" cy="2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22225">
                      <a:moveTo>
                        <a:pt x="0" y="0"/>
                      </a:moveTo>
                      <a:lnTo>
                        <a:pt x="4445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9" name="Freeform 69"/>
                <p:cNvSpPr/>
                <p:nvPr/>
              </p:nvSpPr>
              <p:spPr>
                <a:xfrm>
                  <a:off x="9320212" y="2486025"/>
                  <a:ext cx="666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9525">
                      <a:moveTo>
                        <a:pt x="0" y="0"/>
                      </a:moveTo>
                      <a:lnTo>
                        <a:pt x="66675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0" name="Freeform 70"/>
                <p:cNvSpPr/>
                <p:nvPr/>
              </p:nvSpPr>
              <p:spPr>
                <a:xfrm>
                  <a:off x="9331325" y="2374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1" name="Freeform 71"/>
                <p:cNvSpPr/>
                <p:nvPr/>
              </p:nvSpPr>
              <p:spPr>
                <a:xfrm>
                  <a:off x="9375775" y="23749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3" name="TextBox 73"/>
              <p:cNvSpPr txBox="1"/>
              <p:nvPr/>
            </p:nvSpPr>
            <p:spPr>
              <a:xfrm>
                <a:off x="9203055" y="2654618"/>
                <a:ext cx="100776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AI 工具评测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9207818" y="29427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面向具体场景做横评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6515100" y="3371850"/>
              <a:ext cx="2362200" cy="1143000"/>
              <a:chOff x="6515100" y="3371850"/>
              <a:chExt cx="2362200" cy="1143000"/>
            </a:xfrm>
          </p:grpSpPr>
          <p:sp>
            <p:nvSpPr>
              <p:cNvPr id="76" name="Rectangle 76"/>
              <p:cNvSpPr/>
              <p:nvPr/>
            </p:nvSpPr>
            <p:spPr>
              <a:xfrm>
                <a:off x="6515100" y="337185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1" name="Group 81"/>
              <p:cNvGrpSpPr/>
              <p:nvPr/>
            </p:nvGrpSpPr>
            <p:grpSpPr>
              <a:xfrm>
                <a:off x="6738938" y="3595688"/>
                <a:ext cx="200025" cy="188912"/>
                <a:chOff x="6738938" y="3595688"/>
                <a:chExt cx="200025" cy="188912"/>
              </a:xfrm>
            </p:grpSpPr>
            <p:sp>
              <p:nvSpPr>
                <p:cNvPr id="77" name="Freeform 77"/>
                <p:cNvSpPr/>
                <p:nvPr/>
              </p:nvSpPr>
              <p:spPr>
                <a:xfrm>
                  <a:off x="6738938" y="3640138"/>
                  <a:ext cx="200025" cy="1444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44462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177800" y="0"/>
                      </a:lnTo>
                      <a:cubicBezTo>
                        <a:pt x="190075" y="0"/>
                        <a:pt x="200025" y="9950"/>
                        <a:pt x="200025" y="22225"/>
                      </a:cubicBezTo>
                      <a:lnTo>
                        <a:pt x="200025" y="122237"/>
                      </a:lnTo>
                      <a:cubicBezTo>
                        <a:pt x="200025" y="134512"/>
                        <a:pt x="190075" y="144462"/>
                        <a:pt x="177800" y="144462"/>
                      </a:cubicBezTo>
                      <a:lnTo>
                        <a:pt x="22225" y="144462"/>
                      </a:lnTo>
                      <a:cubicBezTo>
                        <a:pt x="9950" y="144462"/>
                        <a:pt x="0" y="134512"/>
                        <a:pt x="0" y="122237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8" name="Freeform 78"/>
                <p:cNvSpPr/>
                <p:nvPr/>
              </p:nvSpPr>
              <p:spPr>
                <a:xfrm>
                  <a:off x="6794500" y="3595688"/>
                  <a:ext cx="8890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900" h="44450">
                      <a:moveTo>
                        <a:pt x="0" y="4445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66675" y="0"/>
                      </a:lnTo>
                      <a:cubicBezTo>
                        <a:pt x="78950" y="0"/>
                        <a:pt x="88900" y="9950"/>
                        <a:pt x="88900" y="22225"/>
                      </a:cubicBezTo>
                      <a:lnTo>
                        <a:pt x="88900" y="4445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9" name="Freeform 79"/>
                <p:cNvSpPr/>
                <p:nvPr/>
              </p:nvSpPr>
              <p:spPr>
                <a:xfrm>
                  <a:off x="6838950" y="369570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11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0" name="Freeform 80"/>
                <p:cNvSpPr/>
                <p:nvPr/>
              </p:nvSpPr>
              <p:spPr>
                <a:xfrm>
                  <a:off x="6738938" y="3706812"/>
                  <a:ext cx="200025" cy="316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31699">
                      <a:moveTo>
                        <a:pt x="0" y="0"/>
                      </a:moveTo>
                      <a:cubicBezTo>
                        <a:pt x="62907" y="31699"/>
                        <a:pt x="137118" y="31699"/>
                        <a:pt x="200025" y="0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" name="TextBox 82"/>
              <p:cNvSpPr txBox="1"/>
              <p:nvPr/>
            </p:nvSpPr>
            <p:spPr>
              <a:xfrm>
                <a:off x="6688455" y="39309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职场效率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6693218" y="4219099"/>
                <a:ext cx="108439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模板 + 工作流提炼</a:t>
                </a: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9029700" y="3371850"/>
              <a:ext cx="2362200" cy="1143000"/>
              <a:chOff x="9029700" y="3371850"/>
              <a:chExt cx="2362200" cy="1143000"/>
            </a:xfrm>
          </p:grpSpPr>
          <p:sp>
            <p:nvSpPr>
              <p:cNvPr id="85" name="Rectangle 85"/>
              <p:cNvSpPr/>
              <p:nvPr/>
            </p:nvSpPr>
            <p:spPr>
              <a:xfrm>
                <a:off x="9029700" y="337185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8" name="Group 88"/>
              <p:cNvGrpSpPr/>
              <p:nvPr/>
            </p:nvGrpSpPr>
            <p:grpSpPr>
              <a:xfrm>
                <a:off x="9255970" y="3587012"/>
                <a:ext cx="195159" cy="216259"/>
                <a:chOff x="9255970" y="3587012"/>
                <a:chExt cx="195159" cy="216259"/>
              </a:xfrm>
            </p:grpSpPr>
            <p:sp>
              <p:nvSpPr>
                <p:cNvPr id="86" name="Freeform 86"/>
                <p:cNvSpPr/>
                <p:nvPr/>
              </p:nvSpPr>
              <p:spPr>
                <a:xfrm>
                  <a:off x="9320212" y="3651250"/>
                  <a:ext cx="66675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66675">
                      <a:moveTo>
                        <a:pt x="0" y="33338"/>
                      </a:moveTo>
                      <a:cubicBezTo>
                        <a:pt x="0" y="51749"/>
                        <a:pt x="14926" y="66675"/>
                        <a:pt x="33338" y="66675"/>
                      </a:cubicBezTo>
                      <a:cubicBezTo>
                        <a:pt x="51749" y="66675"/>
                        <a:pt x="66675" y="51749"/>
                        <a:pt x="66675" y="33338"/>
                      </a:cubicBezTo>
                      <a:cubicBezTo>
                        <a:pt x="66675" y="14926"/>
                        <a:pt x="51749" y="0"/>
                        <a:pt x="33338" y="0"/>
                      </a:cubicBezTo>
                      <a:cubicBezTo>
                        <a:pt x="14926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7" name="Freeform 87"/>
                <p:cNvSpPr/>
                <p:nvPr/>
              </p:nvSpPr>
              <p:spPr>
                <a:xfrm>
                  <a:off x="9255970" y="3587012"/>
                  <a:ext cx="195159" cy="2162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5159" h="216259">
                      <a:moveTo>
                        <a:pt x="160443" y="160439"/>
                      </a:moveTo>
                      <a:lnTo>
                        <a:pt x="113293" y="207590"/>
                      </a:lnTo>
                      <a:cubicBezTo>
                        <a:pt x="104615" y="216259"/>
                        <a:pt x="90555" y="216259"/>
                        <a:pt x="81878" y="207590"/>
                      </a:cubicBezTo>
                      <a:lnTo>
                        <a:pt x="34716" y="160439"/>
                      </a:lnTo>
                      <a:cubicBezTo>
                        <a:pt x="0" y="125721"/>
                        <a:pt x="1" y="69434"/>
                        <a:pt x="34718" y="34717"/>
                      </a:cubicBezTo>
                      <a:cubicBezTo>
                        <a:pt x="69436" y="0"/>
                        <a:pt x="125723" y="0"/>
                        <a:pt x="160441" y="34717"/>
                      </a:cubicBezTo>
                      <a:cubicBezTo>
                        <a:pt x="195158" y="69434"/>
                        <a:pt x="195159" y="125721"/>
                        <a:pt x="160443" y="160439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9" name="TextBox 89"/>
              <p:cNvSpPr txBox="1"/>
              <p:nvPr/>
            </p:nvSpPr>
            <p:spPr>
              <a:xfrm>
                <a:off x="9203055" y="39309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本地生活攻略</a:t>
                </a:r>
              </a:p>
            </p:txBody>
          </p:sp>
          <p:sp>
            <p:nvSpPr>
              <p:cNvPr id="90" name="TextBox 90"/>
              <p:cNvSpPr txBox="1"/>
              <p:nvPr/>
            </p:nvSpPr>
            <p:spPr>
              <a:xfrm>
                <a:off x="9207818" y="421909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区域化、可结构化问题</a:t>
                </a: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6515100" y="4648200"/>
              <a:ext cx="2362200" cy="1143000"/>
              <a:chOff x="6515100" y="4648200"/>
              <a:chExt cx="2362200" cy="1143000"/>
            </a:xfrm>
          </p:grpSpPr>
          <p:sp>
            <p:nvSpPr>
              <p:cNvPr id="92" name="Rectangle 92"/>
              <p:cNvSpPr/>
              <p:nvPr/>
            </p:nvSpPr>
            <p:spPr>
              <a:xfrm>
                <a:off x="6515100" y="464820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96" name="Group 96"/>
              <p:cNvGrpSpPr/>
              <p:nvPr/>
            </p:nvGrpSpPr>
            <p:grpSpPr>
              <a:xfrm>
                <a:off x="6738938" y="4872038"/>
                <a:ext cx="200025" cy="200024"/>
                <a:chOff x="6738938" y="4872038"/>
                <a:chExt cx="200025" cy="200024"/>
              </a:xfrm>
            </p:grpSpPr>
            <p:sp>
              <p:nvSpPr>
                <p:cNvPr id="93" name="Freeform 93"/>
                <p:cNvSpPr/>
                <p:nvPr/>
              </p:nvSpPr>
              <p:spPr>
                <a:xfrm>
                  <a:off x="6738938" y="4872038"/>
                  <a:ext cx="20002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00012">
                      <a:moveTo>
                        <a:pt x="22225" y="100012"/>
                      </a:moveTo>
                      <a:lnTo>
                        <a:pt x="0" y="100012"/>
                      </a:lnTo>
                      <a:lnTo>
                        <a:pt x="100012" y="0"/>
                      </a:lnTo>
                      <a:lnTo>
                        <a:pt x="200025" y="100012"/>
                      </a:lnTo>
                      <a:lnTo>
                        <a:pt x="177800" y="100012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4" name="Freeform 94"/>
                <p:cNvSpPr/>
                <p:nvPr/>
              </p:nvSpPr>
              <p:spPr>
                <a:xfrm>
                  <a:off x="6761162" y="4972050"/>
                  <a:ext cx="155575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100012">
                      <a:moveTo>
                        <a:pt x="0" y="0"/>
                      </a:moveTo>
                      <a:lnTo>
                        <a:pt x="0" y="77787"/>
                      </a:lnTo>
                      <a:cubicBezTo>
                        <a:pt x="0" y="90062"/>
                        <a:pt x="9950" y="100012"/>
                        <a:pt x="22225" y="100012"/>
                      </a:cubicBezTo>
                      <a:lnTo>
                        <a:pt x="133350" y="100012"/>
                      </a:lnTo>
                      <a:cubicBezTo>
                        <a:pt x="145625" y="100012"/>
                        <a:pt x="155575" y="90062"/>
                        <a:pt x="155575" y="77787"/>
                      </a:cubicBez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5" name="Freeform 95"/>
                <p:cNvSpPr/>
                <p:nvPr/>
              </p:nvSpPr>
              <p:spPr>
                <a:xfrm>
                  <a:off x="6805612" y="4983162"/>
                  <a:ext cx="66675" cy="88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88900">
                      <a:moveTo>
                        <a:pt x="0" y="88900"/>
                      </a:moveTo>
                      <a:lnTo>
                        <a:pt x="0" y="22225"/>
                      </a:ln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8890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97" name="TextBox 97"/>
              <p:cNvSpPr txBox="1"/>
              <p:nvPr/>
            </p:nvSpPr>
            <p:spPr>
              <a:xfrm>
                <a:off x="6688455" y="520731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家电选购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6693218" y="5495449"/>
                <a:ext cx="123391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参数 + 价格 + 适合谁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9029700" y="4648200"/>
              <a:ext cx="2362200" cy="1143000"/>
              <a:chOff x="9029700" y="4648200"/>
              <a:chExt cx="2362200" cy="1143000"/>
            </a:xfrm>
          </p:grpSpPr>
          <p:sp>
            <p:nvSpPr>
              <p:cNvPr id="100" name="Rectangle 100"/>
              <p:cNvSpPr/>
              <p:nvPr/>
            </p:nvSpPr>
            <p:spPr>
              <a:xfrm>
                <a:off x="9029700" y="4648200"/>
                <a:ext cx="2362200" cy="1143000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07" name="Group 107"/>
              <p:cNvGrpSpPr/>
              <p:nvPr/>
            </p:nvGrpSpPr>
            <p:grpSpPr>
              <a:xfrm>
                <a:off x="9242425" y="4872038"/>
                <a:ext cx="200025" cy="200024"/>
                <a:chOff x="9242425" y="4872038"/>
                <a:chExt cx="200025" cy="200024"/>
              </a:xfrm>
            </p:grpSpPr>
            <p:sp>
              <p:nvSpPr>
                <p:cNvPr id="101" name="Freeform 101"/>
                <p:cNvSpPr/>
                <p:nvPr/>
              </p:nvSpPr>
              <p:spPr>
                <a:xfrm>
                  <a:off x="9286875" y="502761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2" name="Freeform 102"/>
                <p:cNvSpPr/>
                <p:nvPr/>
              </p:nvSpPr>
              <p:spPr>
                <a:xfrm>
                  <a:off x="9398000" y="502761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22225"/>
                      </a:moveTo>
                      <a:cubicBezTo>
                        <a:pt x="0" y="34500"/>
                        <a:pt x="9950" y="44450"/>
                        <a:pt x="22225" y="44450"/>
                      </a:cubicBezTo>
                      <a:cubicBezTo>
                        <a:pt x="34500" y="44450"/>
                        <a:pt x="44450" y="34500"/>
                        <a:pt x="44450" y="22225"/>
                      </a:cubicBezTo>
                      <a:cubicBezTo>
                        <a:pt x="44450" y="9950"/>
                        <a:pt x="34500" y="0"/>
                        <a:pt x="22225" y="0"/>
                      </a:cubicBezTo>
                      <a:cubicBezTo>
                        <a:pt x="9950" y="0"/>
                        <a:pt x="0" y="9950"/>
                        <a:pt x="0" y="22225"/>
                      </a:cubicBez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3" name="Freeform 103"/>
                <p:cNvSpPr/>
                <p:nvPr/>
              </p:nvSpPr>
              <p:spPr>
                <a:xfrm>
                  <a:off x="9242425" y="4872038"/>
                  <a:ext cx="200025" cy="122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122241">
                      <a:moveTo>
                        <a:pt x="0" y="22225"/>
                      </a:moveTo>
                      <a:lnTo>
                        <a:pt x="27781" y="22225"/>
                      </a:lnTo>
                      <a:lnTo>
                        <a:pt x="45917" y="76643"/>
                      </a:lnTo>
                      <a:cubicBezTo>
                        <a:pt x="54992" y="103874"/>
                        <a:pt x="80477" y="122241"/>
                        <a:pt x="109180" y="122238"/>
                      </a:cubicBezTo>
                      <a:lnTo>
                        <a:pt x="138906" y="122238"/>
                      </a:lnTo>
                      <a:cubicBezTo>
                        <a:pt x="172661" y="122238"/>
                        <a:pt x="200025" y="94874"/>
                        <a:pt x="200025" y="61119"/>
                      </a:cubicBezTo>
                      <a:cubicBezTo>
                        <a:pt x="200025" y="27364"/>
                        <a:pt x="172661" y="0"/>
                        <a:pt x="138906" y="0"/>
                      </a:cubicBezTo>
                      <a:lnTo>
                        <a:pt x="133350" y="0"/>
                      </a:lnTo>
                      <a:lnTo>
                        <a:pt x="133350" y="66675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4" name="Freeform 104"/>
                <p:cNvSpPr/>
                <p:nvPr/>
              </p:nvSpPr>
              <p:spPr>
                <a:xfrm>
                  <a:off x="9286875" y="4938712"/>
                  <a:ext cx="1555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575" h="9525">
                      <a:moveTo>
                        <a:pt x="0" y="0"/>
                      </a:moveTo>
                      <a:lnTo>
                        <a:pt x="155575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05"/>
                <p:cNvSpPr/>
                <p:nvPr/>
              </p:nvSpPr>
              <p:spPr>
                <a:xfrm>
                  <a:off x="9320212" y="4994275"/>
                  <a:ext cx="11112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2" h="33338">
                      <a:moveTo>
                        <a:pt x="0" y="33338"/>
                      </a:moveTo>
                      <a:lnTo>
                        <a:pt x="11112" y="0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06"/>
                <p:cNvSpPr/>
                <p:nvPr/>
              </p:nvSpPr>
              <p:spPr>
                <a:xfrm>
                  <a:off x="9398000" y="4994275"/>
                  <a:ext cx="11113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13" h="33338">
                      <a:moveTo>
                        <a:pt x="0" y="0"/>
                      </a:moveTo>
                      <a:lnTo>
                        <a:pt x="11113" y="33338"/>
                      </a:lnTo>
                    </a:path>
                  </a:pathLst>
                </a:custGeom>
                <a:noFill/>
                <a:ln w="19050">
                  <a:solidFill>
                    <a:srgbClr val="F97316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08" name="TextBox 108"/>
              <p:cNvSpPr txBox="1"/>
              <p:nvPr/>
            </p:nvSpPr>
            <p:spPr>
              <a:xfrm>
                <a:off x="9203055" y="520731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育儿用品避坑</a:t>
                </a:r>
              </a:p>
            </p:txBody>
          </p:sp>
          <p:sp>
            <p:nvSpPr>
              <p:cNvPr id="109" name="TextBox 109"/>
              <p:cNvSpPr txBox="1"/>
              <p:nvPr/>
            </p:nvSpPr>
            <p:spPr>
              <a:xfrm>
                <a:off x="9207818" y="5495449"/>
                <a:ext cx="12144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高频问题 + 信任刚需</a:t>
                </a: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1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>
            <a:off x="571500" y="521970"/>
            <a:ext cx="6100991" cy="487680"/>
            <a:chOff x="571500" y="521970"/>
            <a:chExt cx="6100991" cy="48768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08</a:t>
              </a:r>
            </a:p>
          </p:txBody>
        </p:sp>
        <p:grpSp>
          <p:nvGrpSpPr>
            <p:cNvPr id="7" name="Group 7"/>
            <p:cNvGrpSpPr/>
            <p:nvPr/>
          </p:nvGrpSpPr>
          <p:grpSpPr>
            <a:xfrm>
              <a:off x="1371600" y="571500"/>
              <a:ext cx="228600" cy="228600"/>
              <a:chOff x="1371600" y="571500"/>
              <a:chExt cx="2286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71600" y="571500"/>
                <a:ext cx="1778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177800">
                    <a:moveTo>
                      <a:pt x="0" y="88900"/>
                    </a:moveTo>
                    <a:cubicBezTo>
                      <a:pt x="0" y="137998"/>
                      <a:pt x="39802" y="177800"/>
                      <a:pt x="88900" y="177800"/>
                    </a:cubicBezTo>
                    <a:cubicBezTo>
                      <a:pt x="137998" y="177800"/>
                      <a:pt x="177800" y="137998"/>
                      <a:pt x="177800" y="88900"/>
                    </a:cubicBezTo>
                    <a:cubicBezTo>
                      <a:pt x="177800" y="39802"/>
                      <a:pt x="137998" y="0"/>
                      <a:pt x="88900" y="0"/>
                    </a:cubicBezTo>
                    <a:cubicBezTo>
                      <a:pt x="39802" y="0"/>
                      <a:pt x="0" y="39802"/>
                      <a:pt x="0" y="889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524000" y="723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762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1722120" y="521970"/>
              <a:ext cx="4950371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第二步:找一个值得学习的公众号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71500" y="1333500"/>
            <a:ext cx="5394960" cy="4762500"/>
            <a:chOff x="571500" y="1333500"/>
            <a:chExt cx="5394960" cy="4762500"/>
          </a:xfrm>
        </p:grpSpPr>
        <p:sp>
          <p:nvSpPr>
            <p:cNvPr id="11" name="Rectangle 11"/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9145" y="1498282"/>
              <a:ext cx="148117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「好竞品」标准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826294" y="2140744"/>
              <a:ext cx="5140166" cy="223064"/>
              <a:chOff x="826294" y="2140744"/>
              <a:chExt cx="5140166" cy="223064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826294" y="2140744"/>
                <a:ext cx="157162" cy="157162"/>
                <a:chOff x="826294" y="2140744"/>
                <a:chExt cx="157162" cy="157162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826294" y="21407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6" name="Freeform 16"/>
                <p:cNvSpPr/>
                <p:nvPr/>
              </p:nvSpPr>
              <p:spPr>
                <a:xfrm>
                  <a:off x="878681" y="22018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" name="TextBox 18"/>
              <p:cNvSpPr txBox="1"/>
              <p:nvPr/>
            </p:nvSpPr>
            <p:spPr>
              <a:xfrm>
                <a:off x="1107758" y="2148364"/>
                <a:ext cx="485870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持续更新 (近三个月稳定出文)</a:t>
                </a:r>
                <a:r>
                  <a:rPr lang="zh-CN" altLang="en-US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，流量稳定 </a:t>
                </a:r>
                <a:r>
                  <a:rPr lang="en-US" altLang="zh-CN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– </a:t>
                </a:r>
                <a:r>
                  <a:rPr lang="zh-CN" altLang="en-US" sz="1400" b="1">
                    <a:solidFill>
                      <a:srgbClr val="0F172A"/>
                    </a:solidFill>
                    <a:highlight>
                      <a:srgbClr val="FFFF00"/>
                    </a:highlight>
                    <a:latin typeface="Segoe UI"/>
                    <a:ea typeface="Microsoft YaHei"/>
                    <a:cs typeface="Segoe UI"/>
                  </a:rPr>
                  <a:t>借鉴成功的经验</a:t>
                </a:r>
                <a:endParaRPr lang="zh-CN" sz="1400" b="1">
                  <a:solidFill>
                    <a:srgbClr val="0F172A"/>
                  </a:solidFill>
                  <a:highlight>
                    <a:srgbClr val="FFFF00"/>
                  </a:highlight>
                  <a:latin typeface="Segoe UI"/>
                  <a:ea typeface="Microsoft YaHei"/>
                  <a:cs typeface="Segoe UI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826294" y="2597944"/>
              <a:ext cx="1897291" cy="223064"/>
              <a:chOff x="826294" y="2597944"/>
              <a:chExt cx="1897291" cy="223064"/>
            </a:xfrm>
          </p:grpSpPr>
          <p:grpSp>
            <p:nvGrpSpPr>
              <p:cNvPr id="22" name="Group 22"/>
              <p:cNvGrpSpPr/>
              <p:nvPr/>
            </p:nvGrpSpPr>
            <p:grpSpPr>
              <a:xfrm>
                <a:off x="826294" y="2597944"/>
                <a:ext cx="157162" cy="157162"/>
                <a:chOff x="826294" y="2597944"/>
                <a:chExt cx="157162" cy="157162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826294" y="25979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1" name="Freeform 21"/>
                <p:cNvSpPr/>
                <p:nvPr/>
              </p:nvSpPr>
              <p:spPr>
                <a:xfrm>
                  <a:off x="878681" y="26590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107758" y="2605564"/>
                <a:ext cx="161582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标题风格稳定可识别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26294" y="3055144"/>
              <a:ext cx="1897291" cy="223064"/>
              <a:chOff x="826294" y="3055144"/>
              <a:chExt cx="1897291" cy="223064"/>
            </a:xfrm>
          </p:grpSpPr>
          <p:grpSp>
            <p:nvGrpSpPr>
              <p:cNvPr id="27" name="Group 27"/>
              <p:cNvGrpSpPr/>
              <p:nvPr/>
            </p:nvGrpSpPr>
            <p:grpSpPr>
              <a:xfrm>
                <a:off x="826294" y="3055144"/>
                <a:ext cx="157162" cy="157162"/>
                <a:chOff x="826294" y="3055144"/>
                <a:chExt cx="157162" cy="157162"/>
              </a:xfrm>
            </p:grpSpPr>
            <p:sp>
              <p:nvSpPr>
                <p:cNvPr id="25" name="Freeform 25"/>
                <p:cNvSpPr/>
                <p:nvPr/>
              </p:nvSpPr>
              <p:spPr>
                <a:xfrm>
                  <a:off x="826294" y="30551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" name="Freeform 26"/>
                <p:cNvSpPr/>
                <p:nvPr/>
              </p:nvSpPr>
              <p:spPr>
                <a:xfrm>
                  <a:off x="878681" y="31162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107758" y="3062764"/>
                <a:ext cx="161582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正文结构稳定可拆解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826294" y="3512344"/>
              <a:ext cx="1897291" cy="223064"/>
              <a:chOff x="826294" y="3512344"/>
              <a:chExt cx="1897291" cy="223064"/>
            </a:xfrm>
          </p:grpSpPr>
          <p:grpSp>
            <p:nvGrpSpPr>
              <p:cNvPr id="32" name="Group 32"/>
              <p:cNvGrpSpPr/>
              <p:nvPr/>
            </p:nvGrpSpPr>
            <p:grpSpPr>
              <a:xfrm>
                <a:off x="826294" y="3512344"/>
                <a:ext cx="157162" cy="157162"/>
                <a:chOff x="826294" y="3512344"/>
                <a:chExt cx="157162" cy="157162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826294" y="35123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Freeform 31"/>
                <p:cNvSpPr/>
                <p:nvPr/>
              </p:nvSpPr>
              <p:spPr>
                <a:xfrm>
                  <a:off x="878681" y="35734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1107758" y="3519964"/>
                <a:ext cx="1615827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人设清晰、立场一致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26294" y="3969544"/>
              <a:ext cx="2256364" cy="223064"/>
              <a:chOff x="826294" y="3969544"/>
              <a:chExt cx="2256364" cy="223064"/>
            </a:xfrm>
          </p:grpSpPr>
          <p:grpSp>
            <p:nvGrpSpPr>
              <p:cNvPr id="37" name="Group 37"/>
              <p:cNvGrpSpPr/>
              <p:nvPr/>
            </p:nvGrpSpPr>
            <p:grpSpPr>
              <a:xfrm>
                <a:off x="826294" y="3969544"/>
                <a:ext cx="157162" cy="157162"/>
                <a:chOff x="826294" y="3969544"/>
                <a:chExt cx="157162" cy="157162"/>
              </a:xfrm>
            </p:grpSpPr>
            <p:sp>
              <p:nvSpPr>
                <p:cNvPr id="35" name="Freeform 35"/>
                <p:cNvSpPr/>
                <p:nvPr/>
              </p:nvSpPr>
              <p:spPr>
                <a:xfrm>
                  <a:off x="826294" y="39695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Freeform 36"/>
                <p:cNvSpPr/>
                <p:nvPr/>
              </p:nvSpPr>
              <p:spPr>
                <a:xfrm>
                  <a:off x="878681" y="40306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1107758" y="3977164"/>
                <a:ext cx="1974900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面向的读者问题足够明确</a:t>
                </a:r>
              </a:p>
            </p:txBody>
          </p:sp>
        </p:grpSp>
        <p:sp>
          <p:nvSpPr>
            <p:cNvPr id="50" name="Rectangle 50"/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9165" y="54302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不是找最大号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9165" y="5639752"/>
              <a:ext cx="294792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而是找最容易拆解的号 - 学结构,不复制表达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1333500"/>
            <a:ext cx="5334000" cy="4762500"/>
            <a:chOff x="6286500" y="1333500"/>
            <a:chExt cx="5334000" cy="4762500"/>
          </a:xfrm>
        </p:grpSpPr>
        <p:sp>
          <p:nvSpPr>
            <p:cNvPr id="54" name="Rectangle 54"/>
            <p:cNvSpPr/>
            <p:nvPr/>
          </p:nvSpPr>
          <p:spPr>
            <a:xfrm>
              <a:off x="6286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286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86500" y="1752600"/>
              <a:ext cx="5334000" cy="1143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494145" y="1498282"/>
              <a:ext cx="117339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示例:</a:t>
              </a:r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sz="1650" b="1">
                  <a:solidFill>
                    <a:schemeClr val="bg1"/>
                  </a:solidFill>
                  <a:latin typeface="Segoe UI"/>
                  <a:ea typeface="Microsoft YaHei"/>
                  <a:cs typeface="Segoe UI"/>
                </a:rPr>
                <a:t>云搞机</a:t>
              </a:r>
            </a:p>
          </p:txBody>
        </p:sp>
        <p:grpSp>
          <p:nvGrpSpPr>
            <p:cNvPr id="62" name="Group 62"/>
            <p:cNvGrpSpPr/>
            <p:nvPr/>
          </p:nvGrpSpPr>
          <p:grpSpPr>
            <a:xfrm>
              <a:off x="6515100" y="2095500"/>
              <a:ext cx="4876800" cy="952500"/>
              <a:chOff x="6515100" y="2095500"/>
              <a:chExt cx="4876800" cy="95250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6515100" y="2095500"/>
                <a:ext cx="48768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EF3E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690360" y="22326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>
                    <a:solidFill>
                      <a:srgbClr val="F97316"/>
                    </a:solidFill>
                    <a:latin typeface="Segoe UI"/>
                    <a:ea typeface="Microsoft YaHei"/>
                    <a:cs typeface="Segoe UI"/>
                  </a:rPr>
                  <a:t>题材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6688455" y="2502218"/>
                <a:ext cx="299566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咸鱼流出 · 小主机 · 准系统 · 游戏本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692265" y="2763202"/>
                <a:ext cx="19449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二手 / 准系统垂直,题材高复用</a:t>
                </a:r>
              </a:p>
            </p:txBody>
          </p:sp>
        </p:grpSp>
        <p:grpSp>
          <p:nvGrpSpPr>
            <p:cNvPr id="67" name="Group 67"/>
            <p:cNvGrpSpPr/>
            <p:nvPr/>
          </p:nvGrpSpPr>
          <p:grpSpPr>
            <a:xfrm>
              <a:off x="6515100" y="3181350"/>
              <a:ext cx="4876800" cy="952500"/>
              <a:chOff x="6515100" y="3181350"/>
              <a:chExt cx="4876800" cy="952500"/>
            </a:xfrm>
          </p:grpSpPr>
          <p:sp>
            <p:nvSpPr>
              <p:cNvPr id="63" name="Rectangle 63"/>
              <p:cNvSpPr/>
              <p:nvPr/>
            </p:nvSpPr>
            <p:spPr>
              <a:xfrm>
                <a:off x="6515100" y="3181350"/>
                <a:ext cx="48768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EF3E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6690360" y="331851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>
                    <a:solidFill>
                      <a:srgbClr val="F97316"/>
                    </a:solidFill>
                    <a:latin typeface="Segoe UI"/>
                    <a:ea typeface="Microsoft YaHei"/>
                    <a:cs typeface="Segoe UI"/>
                  </a:rPr>
                  <a:t>标题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688455" y="3588068"/>
                <a:ext cx="28156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价格 + 品牌 + 配置 + 是否值得入手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6692265" y="3849052"/>
                <a:ext cx="15038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公式化标题,信息密度高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515100" y="4267200"/>
              <a:ext cx="4876800" cy="952500"/>
              <a:chOff x="6515100" y="4267200"/>
              <a:chExt cx="4876800" cy="952500"/>
            </a:xfrm>
          </p:grpSpPr>
          <p:sp>
            <p:nvSpPr>
              <p:cNvPr id="68" name="Rectangle 68"/>
              <p:cNvSpPr/>
              <p:nvPr/>
            </p:nvSpPr>
            <p:spPr>
              <a:xfrm>
                <a:off x="6515100" y="4267200"/>
                <a:ext cx="4876800" cy="952500"/>
              </a:xfrm>
              <a:prstGeom prst="roundRect">
                <a:avLst>
                  <a:gd name="adj" fmla="val 12000"/>
                </a:avLst>
              </a:prstGeom>
              <a:solidFill>
                <a:srgbClr val="FEF3E2"/>
              </a:solidFill>
              <a:ln>
                <a:noFill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690360" y="44043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>
                    <a:solidFill>
                      <a:srgbClr val="F97316"/>
                    </a:solidFill>
                    <a:latin typeface="Segoe UI"/>
                    <a:ea typeface="Microsoft YaHei"/>
                    <a:cs typeface="Segoe UI"/>
                  </a:rPr>
                  <a:t>结构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6688455" y="4673918"/>
                <a:ext cx="340971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发现 → 介绍 → 参数 → 价格 → 谁适合 → 风险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6692265" y="4934902"/>
                <a:ext cx="18258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>
                    <a:solidFill>
                      <a:srgbClr val="475569"/>
                    </a:solidFill>
                    <a:latin typeface="Segoe UI"/>
                    <a:ea typeface="Microsoft YaHei"/>
                    <a:cs typeface="Segoe UI"/>
                  </a:rPr>
                  <a:t>几乎篇篇相同,适合提炼 Skill</a:t>
                </a:r>
              </a:p>
            </p:txBody>
          </p:sp>
        </p:grpSp>
        <p:sp>
          <p:nvSpPr>
            <p:cNvPr id="73" name="TextBox 73"/>
            <p:cNvSpPr txBox="1"/>
            <p:nvPr/>
          </p:nvSpPr>
          <p:spPr>
            <a:xfrm>
              <a:off x="6501765" y="5487352"/>
              <a:ext cx="2753959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>
                  <a:solidFill>
                    <a:srgbClr val="94A3B8"/>
                  </a:solidFill>
                  <a:latin typeface="Segoe UI"/>
                  <a:ea typeface="Microsoft YaHei"/>
                  <a:cs typeface="Segoe UI"/>
                </a:rPr>
                <a:t>越「公式化」越容易拆,越容易拆,Skill 越稳定。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7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71500" y="521970"/>
            <a:ext cx="4651578" cy="468630"/>
            <a:chOff x="571500" y="521970"/>
            <a:chExt cx="4651578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49598" y="622935"/>
              <a:ext cx="2153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09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397000" y="571500"/>
              <a:ext cx="177800" cy="228600"/>
              <a:chOff x="1397000" y="571500"/>
              <a:chExt cx="1778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511300" y="5715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0"/>
                    </a:moveTo>
                    <a:lnTo>
                      <a:pt x="0" y="50800"/>
                    </a:lnTo>
                    <a:cubicBezTo>
                      <a:pt x="0" y="57814"/>
                      <a:pt x="5686" y="63500"/>
                      <a:pt x="12700" y="63500"/>
                    </a:cubicBezTo>
                    <a:lnTo>
                      <a:pt x="63500" y="635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397000" y="571500"/>
                <a:ext cx="177800" cy="228600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228600">
                    <a:moveTo>
                      <a:pt x="152400" y="228600"/>
                    </a:moveTo>
                    <a:lnTo>
                      <a:pt x="25400" y="228600"/>
                    </a:lnTo>
                    <a:cubicBezTo>
                      <a:pt x="11372" y="228600"/>
                      <a:pt x="0" y="217228"/>
                      <a:pt x="0" y="203200"/>
                    </a:cubicBezTo>
                    <a:lnTo>
                      <a:pt x="0" y="25400"/>
                    </a:lnTo>
                    <a:cubicBezTo>
                      <a:pt x="0" y="11372"/>
                      <a:pt x="11372" y="0"/>
                      <a:pt x="25400" y="0"/>
                    </a:cubicBezTo>
                    <a:lnTo>
                      <a:pt x="114300" y="0"/>
                    </a:lnTo>
                    <a:lnTo>
                      <a:pt x="177800" y="63500"/>
                    </a:lnTo>
                    <a:lnTo>
                      <a:pt x="177800" y="203200"/>
                    </a:lnTo>
                    <a:cubicBezTo>
                      <a:pt x="177800" y="217228"/>
                      <a:pt x="166428" y="228600"/>
                      <a:pt x="152400" y="2286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47800" y="647700"/>
                <a:ext cx="12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" h="9525">
                    <a:moveTo>
                      <a:pt x="0" y="0"/>
                    </a:moveTo>
                    <a:lnTo>
                      <a:pt x="127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447800" y="698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447800" y="7493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722120" y="521970"/>
              <a:ext cx="3500958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第三步: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抓竞品文案 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– 10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篇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56" name="Group 53">
            <a:extLst>
              <a:ext uri="{FF2B5EF4-FFF2-40B4-BE49-F238E27FC236}">
                <a16:creationId xmlns:a16="http://schemas.microsoft.com/office/drawing/2014/main" id="{7CCFD984-D25C-7F99-194E-A68CB9C14978}"/>
              </a:ext>
            </a:extLst>
          </p:cNvPr>
          <p:cNvGrpSpPr/>
          <p:nvPr/>
        </p:nvGrpSpPr>
        <p:grpSpPr>
          <a:xfrm>
            <a:off x="857248" y="1340633"/>
            <a:ext cx="5612377" cy="4762500"/>
            <a:chOff x="571500" y="1333500"/>
            <a:chExt cx="5334000" cy="4762500"/>
          </a:xfrm>
        </p:grpSpPr>
        <p:sp>
          <p:nvSpPr>
            <p:cNvPr id="157" name="Rectangle 11">
              <a:extLst>
                <a:ext uri="{FF2B5EF4-FFF2-40B4-BE49-F238E27FC236}">
                  <a16:creationId xmlns:a16="http://schemas.microsoft.com/office/drawing/2014/main" id="{36B74CF1-18C7-18D5-F503-68E5E572B365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Rectangle 12">
              <a:extLst>
                <a:ext uri="{FF2B5EF4-FFF2-40B4-BE49-F238E27FC236}">
                  <a16:creationId xmlns:a16="http://schemas.microsoft.com/office/drawing/2014/main" id="{54EDC9E3-1326-AA5A-5C35-15C1B16A61DB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Rectangle 13">
              <a:extLst>
                <a:ext uri="{FF2B5EF4-FFF2-40B4-BE49-F238E27FC236}">
                  <a16:creationId xmlns:a16="http://schemas.microsoft.com/office/drawing/2014/main" id="{43B92F49-AE73-C1F1-C24D-295BF93BB765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TextBox 14">
              <a:extLst>
                <a:ext uri="{FF2B5EF4-FFF2-40B4-BE49-F238E27FC236}">
                  <a16:creationId xmlns:a16="http://schemas.microsoft.com/office/drawing/2014/main" id="{B6A3A53E-F323-0D16-9B64-19E6857FB99B}"/>
                </a:ext>
              </a:extLst>
            </p:cNvPr>
            <p:cNvSpPr txBox="1"/>
            <p:nvPr/>
          </p:nvSpPr>
          <p:spPr>
            <a:xfrm>
              <a:off x="779145" y="1498282"/>
              <a:ext cx="2226572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准备工作：内容 </a:t>
              </a:r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+ </a:t>
              </a:r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标题</a:t>
              </a:r>
            </a:p>
          </p:txBody>
        </p:sp>
        <p:grpSp>
          <p:nvGrpSpPr>
            <p:cNvPr id="161" name="Group 19">
              <a:extLst>
                <a:ext uri="{FF2B5EF4-FFF2-40B4-BE49-F238E27FC236}">
                  <a16:creationId xmlns:a16="http://schemas.microsoft.com/office/drawing/2014/main" id="{98B114CD-63C5-6348-6D81-F00D54E39CF6}"/>
                </a:ext>
              </a:extLst>
            </p:cNvPr>
            <p:cNvGrpSpPr/>
            <p:nvPr/>
          </p:nvGrpSpPr>
          <p:grpSpPr>
            <a:xfrm>
              <a:off x="826294" y="2140744"/>
              <a:ext cx="1889276" cy="223064"/>
              <a:chOff x="826294" y="2140744"/>
              <a:chExt cx="1889276" cy="223064"/>
            </a:xfrm>
          </p:grpSpPr>
          <p:grpSp>
            <p:nvGrpSpPr>
              <p:cNvPr id="185" name="Group 17">
                <a:extLst>
                  <a:ext uri="{FF2B5EF4-FFF2-40B4-BE49-F238E27FC236}">
                    <a16:creationId xmlns:a16="http://schemas.microsoft.com/office/drawing/2014/main" id="{B42A8139-AF66-F682-C592-D65845C9A675}"/>
                  </a:ext>
                </a:extLst>
              </p:cNvPr>
              <p:cNvGrpSpPr/>
              <p:nvPr/>
            </p:nvGrpSpPr>
            <p:grpSpPr>
              <a:xfrm>
                <a:off x="826294" y="2140744"/>
                <a:ext cx="157162" cy="157162"/>
                <a:chOff x="826294" y="2140744"/>
                <a:chExt cx="157162" cy="157162"/>
              </a:xfrm>
            </p:grpSpPr>
            <p:sp>
              <p:nvSpPr>
                <p:cNvPr id="187" name="Freeform 15">
                  <a:extLst>
                    <a:ext uri="{FF2B5EF4-FFF2-40B4-BE49-F238E27FC236}">
                      <a16:creationId xmlns:a16="http://schemas.microsoft.com/office/drawing/2014/main" id="{7040E5C3-74BE-ACFA-BC4A-85E46C618DEB}"/>
                    </a:ext>
                  </a:extLst>
                </p:cNvPr>
                <p:cNvSpPr/>
                <p:nvPr/>
              </p:nvSpPr>
              <p:spPr>
                <a:xfrm>
                  <a:off x="826294" y="21407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8" name="Freeform 16">
                  <a:extLst>
                    <a:ext uri="{FF2B5EF4-FFF2-40B4-BE49-F238E27FC236}">
                      <a16:creationId xmlns:a16="http://schemas.microsoft.com/office/drawing/2014/main" id="{10259F00-6B98-B746-1E38-F20A7540D5C0}"/>
                    </a:ext>
                  </a:extLst>
                </p:cNvPr>
                <p:cNvSpPr/>
                <p:nvPr/>
              </p:nvSpPr>
              <p:spPr>
                <a:xfrm>
                  <a:off x="878681" y="22018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3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6" name="TextBox 18">
                <a:extLst>
                  <a:ext uri="{FF2B5EF4-FFF2-40B4-BE49-F238E27FC236}">
                    <a16:creationId xmlns:a16="http://schemas.microsoft.com/office/drawing/2014/main" id="{9A8C0FAF-4AEA-F91E-C143-C3167665FD65}"/>
                  </a:ext>
                </a:extLst>
              </p:cNvPr>
              <p:cNvSpPr txBox="1"/>
              <p:nvPr/>
            </p:nvSpPr>
            <p:spPr>
              <a:xfrm>
                <a:off x="1107758" y="2148364"/>
                <a:ext cx="1607812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手动抓取 </a:t>
                </a:r>
                <a:r>
                  <a:rPr lang="en-US" altLang="zh-CN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- </a:t>
                </a:r>
                <a:r>
                  <a:rPr lang="zh-CN" altLang="en-US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复制粘贴</a:t>
                </a:r>
              </a:p>
            </p:txBody>
          </p:sp>
        </p:grpSp>
        <p:grpSp>
          <p:nvGrpSpPr>
            <p:cNvPr id="162" name="Group 24">
              <a:extLst>
                <a:ext uri="{FF2B5EF4-FFF2-40B4-BE49-F238E27FC236}">
                  <a16:creationId xmlns:a16="http://schemas.microsoft.com/office/drawing/2014/main" id="{9C2F32FD-1579-0AF1-6BAF-9744D53A79E0}"/>
                </a:ext>
              </a:extLst>
            </p:cNvPr>
            <p:cNvGrpSpPr/>
            <p:nvPr/>
          </p:nvGrpSpPr>
          <p:grpSpPr>
            <a:xfrm>
              <a:off x="826294" y="2597944"/>
              <a:ext cx="5072969" cy="223064"/>
              <a:chOff x="826294" y="2597944"/>
              <a:chExt cx="5072969" cy="223064"/>
            </a:xfrm>
          </p:grpSpPr>
          <p:grpSp>
            <p:nvGrpSpPr>
              <p:cNvPr id="181" name="Group 22">
                <a:extLst>
                  <a:ext uri="{FF2B5EF4-FFF2-40B4-BE49-F238E27FC236}">
                    <a16:creationId xmlns:a16="http://schemas.microsoft.com/office/drawing/2014/main" id="{6A0D6182-3A91-F9A7-911A-FE343443B674}"/>
                  </a:ext>
                </a:extLst>
              </p:cNvPr>
              <p:cNvGrpSpPr/>
              <p:nvPr/>
            </p:nvGrpSpPr>
            <p:grpSpPr>
              <a:xfrm>
                <a:off x="826294" y="2597944"/>
                <a:ext cx="157162" cy="157162"/>
                <a:chOff x="826294" y="2597944"/>
                <a:chExt cx="157162" cy="157162"/>
              </a:xfrm>
            </p:grpSpPr>
            <p:sp>
              <p:nvSpPr>
                <p:cNvPr id="183" name="Freeform 20">
                  <a:extLst>
                    <a:ext uri="{FF2B5EF4-FFF2-40B4-BE49-F238E27FC236}">
                      <a16:creationId xmlns:a16="http://schemas.microsoft.com/office/drawing/2014/main" id="{5558F49C-6818-A9C5-0DDF-32A9006686A1}"/>
                    </a:ext>
                  </a:extLst>
                </p:cNvPr>
                <p:cNvSpPr/>
                <p:nvPr/>
              </p:nvSpPr>
              <p:spPr>
                <a:xfrm>
                  <a:off x="826294" y="2597944"/>
                  <a:ext cx="157162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7162" h="157162">
                      <a:moveTo>
                        <a:pt x="0" y="78581"/>
                      </a:moveTo>
                      <a:cubicBezTo>
                        <a:pt x="0" y="121980"/>
                        <a:pt x="35182" y="157162"/>
                        <a:pt x="78581" y="157162"/>
                      </a:cubicBezTo>
                      <a:cubicBezTo>
                        <a:pt x="121980" y="157162"/>
                        <a:pt x="157162" y="121980"/>
                        <a:pt x="157162" y="78581"/>
                      </a:cubicBezTo>
                      <a:cubicBezTo>
                        <a:pt x="157162" y="35182"/>
                        <a:pt x="121980" y="0"/>
                        <a:pt x="78581" y="0"/>
                      </a:cubicBezTo>
                      <a:cubicBezTo>
                        <a:pt x="35182" y="0"/>
                        <a:pt x="0" y="35182"/>
                        <a:pt x="0" y="78581"/>
                      </a:cubicBez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" name="Freeform 21">
                  <a:extLst>
                    <a:ext uri="{FF2B5EF4-FFF2-40B4-BE49-F238E27FC236}">
                      <a16:creationId xmlns:a16="http://schemas.microsoft.com/office/drawing/2014/main" id="{475623E2-52B9-F8DB-4CC4-C5EB2BFC27D8}"/>
                    </a:ext>
                  </a:extLst>
                </p:cNvPr>
                <p:cNvSpPr/>
                <p:nvPr/>
              </p:nvSpPr>
              <p:spPr>
                <a:xfrm>
                  <a:off x="878681" y="2659062"/>
                  <a:ext cx="52388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88" h="34925">
                      <a:moveTo>
                        <a:pt x="0" y="17462"/>
                      </a:moveTo>
                      <a:lnTo>
                        <a:pt x="17462" y="34925"/>
                      </a:lnTo>
                      <a:lnTo>
                        <a:pt x="52388" y="0"/>
                      </a:lnTo>
                    </a:path>
                  </a:pathLst>
                </a:custGeom>
                <a:noFill/>
                <a:ln w="19050">
                  <a:solidFill>
                    <a:srgbClr val="2563EB"/>
                  </a:solidFill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82" name="TextBox 23">
                <a:extLst>
                  <a:ext uri="{FF2B5EF4-FFF2-40B4-BE49-F238E27FC236}">
                    <a16:creationId xmlns:a16="http://schemas.microsoft.com/office/drawing/2014/main" id="{A698B59C-B83D-749D-156D-5DDDCA14EFCD}"/>
                  </a:ext>
                </a:extLst>
              </p:cNvPr>
              <p:cNvSpPr txBox="1"/>
              <p:nvPr/>
            </p:nvSpPr>
            <p:spPr>
              <a:xfrm>
                <a:off x="1107758" y="2605564"/>
                <a:ext cx="4791505" cy="2154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zh-CN" altLang="en-US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工具自动化抓取 </a:t>
                </a:r>
                <a:r>
                  <a:rPr lang="en-US" altLang="zh-CN" sz="1400" b="1">
                    <a:solidFill>
                      <a:srgbClr val="0F172A"/>
                    </a:solidFill>
                    <a:latin typeface="Segoe UI"/>
                    <a:ea typeface="Microsoft YaHei"/>
                    <a:cs typeface="Segoe UI"/>
                  </a:rPr>
                  <a:t>- https://github.com/rachelos/we-mp-rss</a:t>
                </a:r>
                <a:endParaRPr lang="zh-CN" altLang="zh-CN" sz="1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endParaRPr>
              </a:p>
            </p:txBody>
          </p:sp>
        </p:grpSp>
        <p:sp>
          <p:nvSpPr>
            <p:cNvPr id="166" name="Rectangle 50">
              <a:extLst>
                <a:ext uri="{FF2B5EF4-FFF2-40B4-BE49-F238E27FC236}">
                  <a16:creationId xmlns:a16="http://schemas.microsoft.com/office/drawing/2014/main" id="{A8B3BDAF-7FCE-0115-0CB9-74B2D2522B19}"/>
                </a:ext>
              </a:extLst>
            </p:cNvPr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TextBox 51">
              <a:extLst>
                <a:ext uri="{FF2B5EF4-FFF2-40B4-BE49-F238E27FC236}">
                  <a16:creationId xmlns:a16="http://schemas.microsoft.com/office/drawing/2014/main" id="{73205C7A-7DB9-69F0-7FD7-1E681AB6A15B}"/>
                </a:ext>
              </a:extLst>
            </p:cNvPr>
            <p:cNvSpPr txBox="1"/>
            <p:nvPr/>
          </p:nvSpPr>
          <p:spPr>
            <a:xfrm>
              <a:off x="939165" y="5430202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建议</a:t>
              </a:r>
              <a:endParaRPr lang="zh-CN" sz="1050" b="1">
                <a:solidFill>
                  <a:srgbClr val="1D4ED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68" name="TextBox 52">
              <a:extLst>
                <a:ext uri="{FF2B5EF4-FFF2-40B4-BE49-F238E27FC236}">
                  <a16:creationId xmlns:a16="http://schemas.microsoft.com/office/drawing/2014/main" id="{44600859-5965-9AE4-9CBF-2EF01E27355B}"/>
                </a:ext>
              </a:extLst>
            </p:cNvPr>
            <p:cNvSpPr txBox="1"/>
            <p:nvPr/>
          </p:nvSpPr>
          <p:spPr>
            <a:xfrm>
              <a:off x="939165" y="5639752"/>
              <a:ext cx="262251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工具自动化抓取 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– 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复用后期自动化选题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-2117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4" name="Group 14"/>
          <p:cNvGrpSpPr/>
          <p:nvPr/>
        </p:nvGrpSpPr>
        <p:grpSpPr>
          <a:xfrm>
            <a:off x="571500" y="521970"/>
            <a:ext cx="7323785" cy="468630"/>
            <a:chOff x="571500" y="521970"/>
            <a:chExt cx="7323785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10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371600" y="571500"/>
              <a:ext cx="228600" cy="228600"/>
              <a:chOff x="1371600" y="571500"/>
              <a:chExt cx="2286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485900" y="6985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397000" y="69850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549400" y="6477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485900" y="57150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371600" y="64770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397000" y="57150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1722120" y="521970"/>
              <a:ext cx="6173165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四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步:用女娲 Skill 把竞品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文案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变成写作 Skill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9" name="Group 53">
            <a:extLst>
              <a:ext uri="{FF2B5EF4-FFF2-40B4-BE49-F238E27FC236}">
                <a16:creationId xmlns:a16="http://schemas.microsoft.com/office/drawing/2014/main" id="{39918E6B-4524-D269-63D7-588648854A9B}"/>
              </a:ext>
            </a:extLst>
          </p:cNvPr>
          <p:cNvGrpSpPr/>
          <p:nvPr/>
        </p:nvGrpSpPr>
        <p:grpSpPr>
          <a:xfrm>
            <a:off x="857249" y="1340633"/>
            <a:ext cx="8066618" cy="4762500"/>
            <a:chOff x="571500" y="1333500"/>
            <a:chExt cx="5334000" cy="4762500"/>
          </a:xfrm>
        </p:grpSpPr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8572B69C-D199-D388-4429-F1CC072F1A52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Rectangle 12">
              <a:extLst>
                <a:ext uri="{FF2B5EF4-FFF2-40B4-BE49-F238E27FC236}">
                  <a16:creationId xmlns:a16="http://schemas.microsoft.com/office/drawing/2014/main" id="{5785DDBE-FC71-01D1-1ECF-E6A7AD42D384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15A3C278-8E6C-4729-2F25-73B6EEC0CD25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Box 14">
              <a:extLst>
                <a:ext uri="{FF2B5EF4-FFF2-40B4-BE49-F238E27FC236}">
                  <a16:creationId xmlns:a16="http://schemas.microsoft.com/office/drawing/2014/main" id="{FAF2F49D-9922-E4B4-C5CF-8731246253FC}"/>
                </a:ext>
              </a:extLst>
            </p:cNvPr>
            <p:cNvSpPr txBox="1"/>
            <p:nvPr/>
          </p:nvSpPr>
          <p:spPr>
            <a:xfrm>
              <a:off x="779145" y="1498282"/>
              <a:ext cx="820421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写作风格</a:t>
              </a:r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skill</a:t>
              </a:r>
              <a:endParaRPr lang="zh-CN" altLang="en-US" sz="1650" b="1">
                <a:solidFill>
                  <a:srgbClr val="FFFFFF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4" name="TextBox 18">
              <a:extLst>
                <a:ext uri="{FF2B5EF4-FFF2-40B4-BE49-F238E27FC236}">
                  <a16:creationId xmlns:a16="http://schemas.microsoft.com/office/drawing/2014/main" id="{24E78121-262C-A2A9-AF25-3DA24A6905C5}"/>
                </a:ext>
              </a:extLst>
            </p:cNvPr>
            <p:cNvSpPr txBox="1"/>
            <p:nvPr/>
          </p:nvSpPr>
          <p:spPr>
            <a:xfrm>
              <a:off x="1107758" y="21483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en-US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50" name="TextBox 23">
              <a:extLst>
                <a:ext uri="{FF2B5EF4-FFF2-40B4-BE49-F238E27FC236}">
                  <a16:creationId xmlns:a16="http://schemas.microsoft.com/office/drawing/2014/main" id="{A4189ED7-5D12-FDF9-C837-6D71E06901EE}"/>
                </a:ext>
              </a:extLst>
            </p:cNvPr>
            <p:cNvSpPr txBox="1"/>
            <p:nvPr/>
          </p:nvSpPr>
          <p:spPr>
            <a:xfrm>
              <a:off x="1107758" y="26055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6" name="Rectangle 50">
              <a:extLst>
                <a:ext uri="{FF2B5EF4-FFF2-40B4-BE49-F238E27FC236}">
                  <a16:creationId xmlns:a16="http://schemas.microsoft.com/office/drawing/2014/main" id="{03B92E94-223C-E654-49C7-82E305C721DE}"/>
                </a:ext>
              </a:extLst>
            </p:cNvPr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TextBox 51">
              <a:extLst>
                <a:ext uri="{FF2B5EF4-FFF2-40B4-BE49-F238E27FC236}">
                  <a16:creationId xmlns:a16="http://schemas.microsoft.com/office/drawing/2014/main" id="{1003C86B-1ED9-1E58-829A-ABA68794B862}"/>
                </a:ext>
              </a:extLst>
            </p:cNvPr>
            <p:cNvSpPr txBox="1"/>
            <p:nvPr/>
          </p:nvSpPr>
          <p:spPr>
            <a:xfrm>
              <a:off x="939165" y="5430202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建议</a:t>
              </a:r>
              <a:endParaRPr lang="zh-CN" sz="1050" b="1">
                <a:solidFill>
                  <a:srgbClr val="1D4ED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D74E1F6A-7696-4146-8594-F534CD37E5B8}"/>
                </a:ext>
              </a:extLst>
            </p:cNvPr>
            <p:cNvSpPr txBox="1"/>
            <p:nvPr/>
          </p:nvSpPr>
          <p:spPr>
            <a:xfrm>
              <a:off x="939165" y="5639752"/>
              <a:ext cx="98153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可以准备多个风格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skill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83361" y="2377202"/>
            <a:ext cx="7239000" cy="2381250"/>
            <a:chOff x="571500" y="1333500"/>
            <a:chExt cx="7239000" cy="4762500"/>
          </a:xfrm>
        </p:grpSpPr>
        <p:sp>
          <p:nvSpPr>
            <p:cNvPr id="15" name="Rectangle 15"/>
            <p:cNvSpPr/>
            <p:nvPr/>
          </p:nvSpPr>
          <p:spPr>
            <a:xfrm>
              <a:off x="571500" y="1333500"/>
              <a:ext cx="7239000" cy="4762500"/>
            </a:xfrm>
            <a:prstGeom prst="roundRect">
              <a:avLst>
                <a:gd name="adj" fmla="val 2400"/>
              </a:avLst>
            </a:prstGeom>
            <a:solidFill>
              <a:schemeClr val="tx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71500" y="1695450"/>
              <a:ext cx="7239000" cy="95250"/>
            </a:xfrm>
            <a:prstGeom prst="rect">
              <a:avLst/>
            </a:prstGeom>
            <a:solidFill>
              <a:srgbClr val="1E293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5812" y="1993106"/>
              <a:ext cx="3411190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>
                  <a:solidFill>
                    <a:schemeClr val="tx2">
                      <a:lumMod val="20000"/>
                      <a:lumOff val="80000"/>
                    </a:schemeClr>
                  </a:solidFill>
                  <a:latin typeface="Consolas"/>
                  <a:ea typeface="Microsoft YaHei"/>
                  <a:cs typeface="Consolas"/>
                </a:rPr>
                <a:t># 输入给女娲 Skill 的 Prompt</a:t>
              </a:r>
              <a:endParaRPr lang="en-US" altLang="zh-CN">
                <a:solidFill>
                  <a:schemeClr val="tx2">
                    <a:lumMod val="20000"/>
                    <a:lumOff val="80000"/>
                  </a:schemeClr>
                </a:solidFill>
                <a:latin typeface="Consolas"/>
                <a:ea typeface="Microsoft YaHei"/>
                <a:cs typeface="Consolas"/>
              </a:endParaRPr>
            </a:p>
            <a:p>
              <a:pPr algn="l"/>
              <a:endParaRPr lang="zh-CN">
                <a:solidFill>
                  <a:schemeClr val="tx2">
                    <a:lumMod val="20000"/>
                    <a:lumOff val="80000"/>
                  </a:schemeClr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00100" y="2817042"/>
              <a:ext cx="6335068" cy="18466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XXXX</a:t>
              </a:r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文件夹是公众号“</a:t>
              </a:r>
              <a:r>
                <a:rPr lang="en-US" altLang="zh-CN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XXXX</a:t>
              </a:r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”的文章，</a:t>
              </a:r>
              <a:endParaRPr lang="en-US" altLang="zh-CN" sz="200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  <a:p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使用女娲</a:t>
              </a:r>
              <a:r>
                <a:rPr lang="en-US" altLang="zh-CN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skill</a:t>
              </a:r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，蒸馏一个“</a:t>
              </a:r>
              <a:r>
                <a:rPr lang="en-US" altLang="zh-CN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XXXX</a:t>
              </a:r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”的写作风格</a:t>
              </a:r>
              <a:r>
                <a:rPr lang="en-US" altLang="zh-CN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skill</a:t>
              </a:r>
              <a:r>
                <a:rPr lang="zh-CN" altLang="en-US" sz="200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>。</a:t>
              </a:r>
              <a:endParaRPr lang="en-US" altLang="zh-CN" sz="200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  <a:p>
              <a:pPr algn="l"/>
              <a:endParaRPr lang="zh-CN" sz="2000">
                <a:solidFill>
                  <a:srgbClr val="FFFFFF"/>
                </a:solidFill>
                <a:latin typeface="Consolas"/>
                <a:ea typeface="Microsoft YaHei"/>
                <a:cs typeface="Consola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800100" y="333375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30"/>
            <p:cNvSpPr/>
            <p:nvPr/>
          </p:nvSpPr>
          <p:spPr>
            <a:xfrm>
              <a:off x="800100" y="4552950"/>
              <a:ext cx="6781800" cy="9525"/>
            </a:xfrm>
            <a:custGeom>
              <a:avLst/>
              <a:gdLst/>
              <a:ahLst/>
              <a:cxnLst/>
              <a:rect l="l" t="t" r="r" b="b"/>
              <a:pathLst>
                <a:path w="6781800" h="9525">
                  <a:moveTo>
                    <a:pt x="0" y="0"/>
                  </a:moveTo>
                  <a:lnTo>
                    <a:pt x="6781800" y="0"/>
                  </a:lnTo>
                </a:path>
              </a:pathLst>
            </a:custGeom>
            <a:noFill/>
            <a:ln w="9525">
              <a:solidFill>
                <a:srgbClr val="334155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7" name="Group 17"/>
          <p:cNvGrpSpPr/>
          <p:nvPr/>
        </p:nvGrpSpPr>
        <p:grpSpPr>
          <a:xfrm>
            <a:off x="571500" y="521970"/>
            <a:ext cx="7689269" cy="468630"/>
            <a:chOff x="571500" y="521970"/>
            <a:chExt cx="7689269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11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1397000" y="558800"/>
              <a:ext cx="177800" cy="241300"/>
              <a:chOff x="1397000" y="558800"/>
              <a:chExt cx="177800" cy="2413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409700" y="5842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485900" y="5588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447800" y="6858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524000" y="6858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397000" y="7112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524000" y="7112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Freeform 11"/>
              <p:cNvSpPr/>
              <p:nvPr/>
            </p:nvSpPr>
            <p:spPr>
              <a:xfrm>
                <a:off x="1447800" y="7620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1460500" y="63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1511300" y="635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1722120" y="521970"/>
              <a:ext cx="6538649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五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步: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让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AI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去筛选主题，让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AI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用 Skill 生成文章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" name="Group 53">
            <a:extLst>
              <a:ext uri="{FF2B5EF4-FFF2-40B4-BE49-F238E27FC236}">
                <a16:creationId xmlns:a16="http://schemas.microsoft.com/office/drawing/2014/main" id="{B83283BA-AA9C-C991-09DE-DFB9443BC7A0}"/>
              </a:ext>
            </a:extLst>
          </p:cNvPr>
          <p:cNvGrpSpPr/>
          <p:nvPr/>
        </p:nvGrpSpPr>
        <p:grpSpPr>
          <a:xfrm>
            <a:off x="857249" y="1340633"/>
            <a:ext cx="8066618" cy="4762500"/>
            <a:chOff x="571500" y="1333500"/>
            <a:chExt cx="5334000" cy="4762500"/>
          </a:xfrm>
        </p:grpSpPr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DFCC0C63-DA9A-1EB9-B245-B29529963900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12">
              <a:extLst>
                <a:ext uri="{FF2B5EF4-FFF2-40B4-BE49-F238E27FC236}">
                  <a16:creationId xmlns:a16="http://schemas.microsoft.com/office/drawing/2014/main" id="{E78A7B0E-6397-A488-FDEB-5B1104CB8A3B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13">
              <a:extLst>
                <a:ext uri="{FF2B5EF4-FFF2-40B4-BE49-F238E27FC236}">
                  <a16:creationId xmlns:a16="http://schemas.microsoft.com/office/drawing/2014/main" id="{7EAA9DC2-250F-C92C-3425-AB639E102270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14">
              <a:extLst>
                <a:ext uri="{FF2B5EF4-FFF2-40B4-BE49-F238E27FC236}">
                  <a16:creationId xmlns:a16="http://schemas.microsoft.com/office/drawing/2014/main" id="{3EF035EC-92C9-C967-35EC-2A8E1C564318}"/>
                </a:ext>
              </a:extLst>
            </p:cNvPr>
            <p:cNvSpPr txBox="1"/>
            <p:nvPr/>
          </p:nvSpPr>
          <p:spPr>
            <a:xfrm>
              <a:off x="779145" y="1498282"/>
              <a:ext cx="5596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主题生成</a:t>
              </a:r>
            </a:p>
          </p:txBody>
        </p:sp>
        <p:sp>
          <p:nvSpPr>
            <p:cNvPr id="23" name="TextBox 18">
              <a:extLst>
                <a:ext uri="{FF2B5EF4-FFF2-40B4-BE49-F238E27FC236}">
                  <a16:creationId xmlns:a16="http://schemas.microsoft.com/office/drawing/2014/main" id="{93291AC0-ACC7-98B8-13AB-B35BCEAD46CE}"/>
                </a:ext>
              </a:extLst>
            </p:cNvPr>
            <p:cNvSpPr txBox="1"/>
            <p:nvPr/>
          </p:nvSpPr>
          <p:spPr>
            <a:xfrm>
              <a:off x="1107758" y="21483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en-US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384181D-DCA3-9876-1DDE-F9C18975FE3B}"/>
                </a:ext>
              </a:extLst>
            </p:cNvPr>
            <p:cNvSpPr txBox="1"/>
            <p:nvPr/>
          </p:nvSpPr>
          <p:spPr>
            <a:xfrm>
              <a:off x="1107758" y="26055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5" name="Rectangle 50">
              <a:extLst>
                <a:ext uri="{FF2B5EF4-FFF2-40B4-BE49-F238E27FC236}">
                  <a16:creationId xmlns:a16="http://schemas.microsoft.com/office/drawing/2014/main" id="{5E9E2793-B9A4-58C4-5A9E-C352D454D93F}"/>
                </a:ext>
              </a:extLst>
            </p:cNvPr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Box 51">
              <a:extLst>
                <a:ext uri="{FF2B5EF4-FFF2-40B4-BE49-F238E27FC236}">
                  <a16:creationId xmlns:a16="http://schemas.microsoft.com/office/drawing/2014/main" id="{B28A96CF-65DF-86BA-DAFE-60EEF7FD82F2}"/>
                </a:ext>
              </a:extLst>
            </p:cNvPr>
            <p:cNvSpPr txBox="1"/>
            <p:nvPr/>
          </p:nvSpPr>
          <p:spPr>
            <a:xfrm>
              <a:off x="939165" y="5430202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建议</a:t>
              </a:r>
              <a:endParaRPr lang="zh-CN" sz="1050" b="1">
                <a:solidFill>
                  <a:srgbClr val="1D4ED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7" name="TextBox 52">
              <a:extLst>
                <a:ext uri="{FF2B5EF4-FFF2-40B4-BE49-F238E27FC236}">
                  <a16:creationId xmlns:a16="http://schemas.microsoft.com/office/drawing/2014/main" id="{CFAAFCE8-1261-B5D6-F7B7-0E3B4E176763}"/>
                </a:ext>
              </a:extLst>
            </p:cNvPr>
            <p:cNvSpPr txBox="1"/>
            <p:nvPr/>
          </p:nvSpPr>
          <p:spPr>
            <a:xfrm>
              <a:off x="939165" y="5639752"/>
              <a:ext cx="27431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微信公众号不反对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AIGC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，但是需要加入自己的观点或者附加值</a:t>
              </a:r>
            </a:p>
          </p:txBody>
        </p:sp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4E7784F8-94BF-E62A-B950-2CB9A1E52F2B}"/>
              </a:ext>
            </a:extLst>
          </p:cNvPr>
          <p:cNvSpPr txBox="1"/>
          <p:nvPr/>
        </p:nvSpPr>
        <p:spPr>
          <a:xfrm>
            <a:off x="1143000" y="2112158"/>
            <a:ext cx="74351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Step1: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选定几十个个竞品公众号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或者某个新闻网站，分析它们最新的文章，获得一个主题列表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公众号批量订阅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https://github.com/rachelos/we-mp-rss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smzdm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买最新的商品信息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Step2: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从列表选择一个主题或者根据列表拟定一个主题，用 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人物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Skill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生成文章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其它：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腾讯朱雀检测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https://matrix.tencent.com/ai-detect/ai_gen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71500" y="521970"/>
            <a:ext cx="7998841" cy="468630"/>
            <a:chOff x="571500" y="521970"/>
            <a:chExt cx="7998841" cy="468630"/>
          </a:xfrm>
        </p:grpSpPr>
        <p:sp>
          <p:nvSpPr>
            <p:cNvPr id="3" name="Rectangle 3"/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12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371600" y="571500"/>
              <a:ext cx="228600" cy="228600"/>
              <a:chOff x="1371600" y="571500"/>
              <a:chExt cx="228600" cy="22860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371600" y="647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/>
              <p:cNvSpPr/>
              <p:nvPr/>
            </p:nvSpPr>
            <p:spPr>
              <a:xfrm>
                <a:off x="1524000" y="5715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524000" y="7239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443990" y="626110"/>
                <a:ext cx="8382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43180">
                    <a:moveTo>
                      <a:pt x="0" y="43180"/>
                    </a:moveTo>
                    <a:lnTo>
                      <a:pt x="83820" y="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443990" y="702310"/>
                <a:ext cx="83820" cy="4318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43180">
                    <a:moveTo>
                      <a:pt x="0" y="0"/>
                    </a:moveTo>
                    <a:lnTo>
                      <a:pt x="83820" y="43180"/>
                    </a:ln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722120" y="521970"/>
              <a:ext cx="68482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六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步:用 baoyu 微信 Skill 把文章放进后台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草稿箱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4" name="Group 53">
            <a:extLst>
              <a:ext uri="{FF2B5EF4-FFF2-40B4-BE49-F238E27FC236}">
                <a16:creationId xmlns:a16="http://schemas.microsoft.com/office/drawing/2014/main" id="{9E1D1BAE-8FC8-920B-CF5F-7D213861EDCB}"/>
              </a:ext>
            </a:extLst>
          </p:cNvPr>
          <p:cNvGrpSpPr/>
          <p:nvPr/>
        </p:nvGrpSpPr>
        <p:grpSpPr>
          <a:xfrm>
            <a:off x="857249" y="1340633"/>
            <a:ext cx="8066618" cy="4762500"/>
            <a:chOff x="571500" y="1333500"/>
            <a:chExt cx="5334000" cy="4762500"/>
          </a:xfrm>
        </p:grpSpPr>
        <p:sp>
          <p:nvSpPr>
            <p:cNvPr id="15" name="Rectangle 11">
              <a:extLst>
                <a:ext uri="{FF2B5EF4-FFF2-40B4-BE49-F238E27FC236}">
                  <a16:creationId xmlns:a16="http://schemas.microsoft.com/office/drawing/2014/main" id="{C65B06EE-BC83-A413-0729-D22CD7B86661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Rectangle 12">
              <a:extLst>
                <a:ext uri="{FF2B5EF4-FFF2-40B4-BE49-F238E27FC236}">
                  <a16:creationId xmlns:a16="http://schemas.microsoft.com/office/drawing/2014/main" id="{6597CFE6-4029-BA3C-4A2E-2418A096990E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CF6FAA2C-A4FE-6654-D9F7-325A24470D5F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6ABB70F7-BDA9-9421-037D-A1A5B0BD941C}"/>
                </a:ext>
              </a:extLst>
            </p:cNvPr>
            <p:cNvSpPr txBox="1"/>
            <p:nvPr/>
          </p:nvSpPr>
          <p:spPr>
            <a:xfrm>
              <a:off x="779145" y="1498282"/>
              <a:ext cx="559667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主题生成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B6B1089-55C6-1AA4-860F-4D76BEFDDAA1}"/>
                </a:ext>
              </a:extLst>
            </p:cNvPr>
            <p:cNvSpPr txBox="1"/>
            <p:nvPr/>
          </p:nvSpPr>
          <p:spPr>
            <a:xfrm>
              <a:off x="1107758" y="21483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en-US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C7907DC-D4EA-2757-D9BC-6926854E6A54}"/>
                </a:ext>
              </a:extLst>
            </p:cNvPr>
            <p:cNvSpPr txBox="1"/>
            <p:nvPr/>
          </p:nvSpPr>
          <p:spPr>
            <a:xfrm>
              <a:off x="1107758" y="2605564"/>
              <a:ext cx="65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1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1" name="Rectangle 50">
              <a:extLst>
                <a:ext uri="{FF2B5EF4-FFF2-40B4-BE49-F238E27FC236}">
                  <a16:creationId xmlns:a16="http://schemas.microsoft.com/office/drawing/2014/main" id="{181811A2-3102-3516-B608-61AC62444654}"/>
                </a:ext>
              </a:extLst>
            </p:cNvPr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51">
              <a:extLst>
                <a:ext uri="{FF2B5EF4-FFF2-40B4-BE49-F238E27FC236}">
                  <a16:creationId xmlns:a16="http://schemas.microsoft.com/office/drawing/2014/main" id="{9DF51429-BFB4-5E23-F095-F972D36FB3FF}"/>
                </a:ext>
              </a:extLst>
            </p:cNvPr>
            <p:cNvSpPr txBox="1"/>
            <p:nvPr/>
          </p:nvSpPr>
          <p:spPr>
            <a:xfrm>
              <a:off x="939165" y="5430202"/>
              <a:ext cx="269304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建议</a:t>
              </a:r>
              <a:endParaRPr lang="zh-CN" sz="1050" b="1">
                <a:solidFill>
                  <a:srgbClr val="1D4ED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3" name="TextBox 52">
              <a:extLst>
                <a:ext uri="{FF2B5EF4-FFF2-40B4-BE49-F238E27FC236}">
                  <a16:creationId xmlns:a16="http://schemas.microsoft.com/office/drawing/2014/main" id="{7C9B4A42-5A6D-9D15-392D-ED2D263C2498}"/>
                </a:ext>
              </a:extLst>
            </p:cNvPr>
            <p:cNvSpPr txBox="1"/>
            <p:nvPr/>
          </p:nvSpPr>
          <p:spPr>
            <a:xfrm>
              <a:off x="939165" y="5639752"/>
              <a:ext cx="254182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IP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白名单 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- 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最好买个阿里云</a:t>
              </a:r>
              <a:r>
                <a:rPr lang="en-US" altLang="zh-CN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/</a:t>
              </a:r>
              <a:r>
                <a:rPr lang="zh-CN" altLang="en-US" sz="12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腾讯云包年的云主机，固定</a:t>
              </a:r>
              <a:r>
                <a:rPr lang="en-US" altLang="zh-CN" sz="1200" err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ip</a:t>
              </a:r>
              <a:endParaRPr lang="en-US" altLang="zh-CN" sz="1200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A465CF8F-0143-755E-85EE-78C3E2DA3EE3}"/>
              </a:ext>
            </a:extLst>
          </p:cNvPr>
          <p:cNvSpPr txBox="1"/>
          <p:nvPr/>
        </p:nvSpPr>
        <p:spPr>
          <a:xfrm>
            <a:off x="1202961" y="2161662"/>
            <a:ext cx="65863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设置好公众号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自动发布文章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文章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baoyu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-post-to-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skill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5B2D-B29A-50E9-40A1-E8983F072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B821062-B205-57EE-1F3F-4731DB7401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6DC35BB-65EC-C2D2-1ED0-03AEF86F1258}"/>
              </a:ext>
            </a:extLst>
          </p:cNvPr>
          <p:cNvGrpSpPr/>
          <p:nvPr/>
        </p:nvGrpSpPr>
        <p:grpSpPr>
          <a:xfrm>
            <a:off x="571500" y="521970"/>
            <a:ext cx="7460040" cy="468630"/>
            <a:chOff x="571500" y="521970"/>
            <a:chExt cx="7460040" cy="4686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15264AB4-1A78-43DD-88FA-B922A79224ED}"/>
                </a:ext>
              </a:extLst>
            </p:cNvPr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6684FFB-6444-80F3-7172-1ECBDAF70C3A}"/>
                </a:ext>
              </a:extLst>
            </p:cNvPr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13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0395E81E-602A-0628-BC2E-4BC6F1175E42}"/>
                </a:ext>
              </a:extLst>
            </p:cNvPr>
            <p:cNvGrpSpPr/>
            <p:nvPr/>
          </p:nvGrpSpPr>
          <p:grpSpPr>
            <a:xfrm>
              <a:off x="1366025" y="565925"/>
              <a:ext cx="239751" cy="239751"/>
              <a:chOff x="1366025" y="565925"/>
              <a:chExt cx="239751" cy="239751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A0C5BB7F-852B-8135-776A-11745F7B100D}"/>
                  </a:ext>
                </a:extLst>
              </p:cNvPr>
              <p:cNvSpPr/>
              <p:nvPr/>
            </p:nvSpPr>
            <p:spPr>
              <a:xfrm>
                <a:off x="1366025" y="5659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9C5F57D-B704-C961-B860-8712F287E59B}"/>
                  </a:ext>
                </a:extLst>
              </p:cNvPr>
              <p:cNvSpPr/>
              <p:nvPr/>
            </p:nvSpPr>
            <p:spPr>
              <a:xfrm>
                <a:off x="1447800" y="647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3BB6164-C4EC-E000-2EC0-0C09B34AAA42}"/>
                </a:ext>
              </a:extLst>
            </p:cNvPr>
            <p:cNvSpPr txBox="1"/>
            <p:nvPr/>
          </p:nvSpPr>
          <p:spPr>
            <a:xfrm>
              <a:off x="1722120" y="521970"/>
              <a:ext cx="63094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七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步:用 OpenClaw 把零散动作串成每日流程</a:t>
              </a: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206EE32-CB80-1715-85AB-90E5A7EC3B20}"/>
                </a:ext>
              </a:extLst>
            </p:cNvPr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3">
            <a:extLst>
              <a:ext uri="{FF2B5EF4-FFF2-40B4-BE49-F238E27FC236}">
                <a16:creationId xmlns:a16="http://schemas.microsoft.com/office/drawing/2014/main" id="{EDD452C3-DACE-DB4D-CBE4-B61AEA32A4A2}"/>
              </a:ext>
            </a:extLst>
          </p:cNvPr>
          <p:cNvGrpSpPr/>
          <p:nvPr/>
        </p:nvGrpSpPr>
        <p:grpSpPr>
          <a:xfrm>
            <a:off x="571500" y="1333500"/>
            <a:ext cx="5334000" cy="4762500"/>
            <a:chOff x="571500" y="1333500"/>
            <a:chExt cx="5334000" cy="4762500"/>
          </a:xfrm>
        </p:grpSpPr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0DE21CE7-D6AE-1A7D-0062-601740F95D4F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1FE2A10B-31EA-9CAC-817A-EDACB1348E5F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83B76077-A803-10E8-3B12-CA334648325F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ED346463-039C-56F7-598C-4935CEAADFA1}"/>
                </a:ext>
              </a:extLst>
            </p:cNvPr>
            <p:cNvSpPr txBox="1"/>
            <p:nvPr/>
          </p:nvSpPr>
          <p:spPr>
            <a:xfrm>
              <a:off x="779145" y="1498282"/>
              <a:ext cx="1269578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设置定时任务</a:t>
              </a:r>
            </a:p>
          </p:txBody>
        </p:sp>
        <p:sp>
          <p:nvSpPr>
            <p:cNvPr id="22" name="Rectangle 50">
              <a:extLst>
                <a:ext uri="{FF2B5EF4-FFF2-40B4-BE49-F238E27FC236}">
                  <a16:creationId xmlns:a16="http://schemas.microsoft.com/office/drawing/2014/main" id="{241F39D9-F9FD-E209-FC4C-16CA4EA9DFE8}"/>
                </a:ext>
              </a:extLst>
            </p:cNvPr>
            <p:cNvSpPr/>
            <p:nvPr/>
          </p:nvSpPr>
          <p:spPr>
            <a:xfrm>
              <a:off x="800100" y="5295900"/>
              <a:ext cx="4876800" cy="571500"/>
            </a:xfrm>
            <a:prstGeom prst="roundRect">
              <a:avLst>
                <a:gd name="adj" fmla="val 13333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TextBox 51">
              <a:extLst>
                <a:ext uri="{FF2B5EF4-FFF2-40B4-BE49-F238E27FC236}">
                  <a16:creationId xmlns:a16="http://schemas.microsoft.com/office/drawing/2014/main" id="{C70B72BF-790E-68F5-7CE3-586BE6AC75E2}"/>
                </a:ext>
              </a:extLst>
            </p:cNvPr>
            <p:cNvSpPr txBox="1"/>
            <p:nvPr/>
          </p:nvSpPr>
          <p:spPr>
            <a:xfrm>
              <a:off x="939165" y="5390874"/>
              <a:ext cx="1449115" cy="161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altLang="zh-CN" sz="1050" b="1" err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OpenClaw</a:t>
              </a:r>
              <a:r>
                <a:rPr lang="zh-CN" altLang="en-US" sz="1050" b="1">
                  <a:solidFill>
                    <a:srgbClr val="1D4ED8"/>
                  </a:solidFill>
                  <a:latin typeface="Segoe UI"/>
                  <a:ea typeface="Microsoft YaHei"/>
                  <a:cs typeface="Segoe UI"/>
                </a:rPr>
                <a:t>不是唯一选择</a:t>
              </a:r>
              <a:endParaRPr lang="zh-CN" sz="1050" b="1">
                <a:solidFill>
                  <a:srgbClr val="1D4ED8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24" name="TextBox 52">
              <a:extLst>
                <a:ext uri="{FF2B5EF4-FFF2-40B4-BE49-F238E27FC236}">
                  <a16:creationId xmlns:a16="http://schemas.microsoft.com/office/drawing/2014/main" id="{8CD82958-D8E3-DC6E-F77E-F6DEAEC889F0}"/>
                </a:ext>
              </a:extLst>
            </p:cNvPr>
            <p:cNvSpPr txBox="1"/>
            <p:nvPr/>
          </p:nvSpPr>
          <p:spPr>
            <a:xfrm>
              <a:off x="939165" y="5600424"/>
              <a:ext cx="1702389" cy="2154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14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个人感觉效果不如</a:t>
              </a:r>
              <a:r>
                <a:rPr lang="en-US" altLang="zh-CN" sz="1400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IDE</a:t>
              </a:r>
            </a:p>
          </p:txBody>
        </p:sp>
      </p:grpSp>
      <p:grpSp>
        <p:nvGrpSpPr>
          <p:cNvPr id="45" name="Group 74">
            <a:extLst>
              <a:ext uri="{FF2B5EF4-FFF2-40B4-BE49-F238E27FC236}">
                <a16:creationId xmlns:a16="http://schemas.microsoft.com/office/drawing/2014/main" id="{5E65E8F8-AC31-73CB-8CCB-D6E7C088215F}"/>
              </a:ext>
            </a:extLst>
          </p:cNvPr>
          <p:cNvGrpSpPr/>
          <p:nvPr/>
        </p:nvGrpSpPr>
        <p:grpSpPr>
          <a:xfrm>
            <a:off x="6286500" y="1333500"/>
            <a:ext cx="5334000" cy="4762500"/>
            <a:chOff x="6286500" y="1333500"/>
            <a:chExt cx="5334000" cy="4762500"/>
          </a:xfrm>
        </p:grpSpPr>
        <p:sp>
          <p:nvSpPr>
            <p:cNvPr id="46" name="Rectangle 54">
              <a:extLst>
                <a:ext uri="{FF2B5EF4-FFF2-40B4-BE49-F238E27FC236}">
                  <a16:creationId xmlns:a16="http://schemas.microsoft.com/office/drawing/2014/main" id="{E6D9A1E8-471B-3D74-721E-AEA423B758C0}"/>
                </a:ext>
              </a:extLst>
            </p:cNvPr>
            <p:cNvSpPr/>
            <p:nvPr/>
          </p:nvSpPr>
          <p:spPr>
            <a:xfrm>
              <a:off x="6286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Rectangle 55">
              <a:extLst>
                <a:ext uri="{FF2B5EF4-FFF2-40B4-BE49-F238E27FC236}">
                  <a16:creationId xmlns:a16="http://schemas.microsoft.com/office/drawing/2014/main" id="{53AF4C10-594A-6D2E-4A69-6245AC28D79D}"/>
                </a:ext>
              </a:extLst>
            </p:cNvPr>
            <p:cNvSpPr/>
            <p:nvPr/>
          </p:nvSpPr>
          <p:spPr>
            <a:xfrm>
              <a:off x="6286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Rectangle 56">
              <a:extLst>
                <a:ext uri="{FF2B5EF4-FFF2-40B4-BE49-F238E27FC236}">
                  <a16:creationId xmlns:a16="http://schemas.microsoft.com/office/drawing/2014/main" id="{0F6FCF09-93EB-0BD6-042F-FEDA29CB9F5B}"/>
                </a:ext>
              </a:extLst>
            </p:cNvPr>
            <p:cNvSpPr/>
            <p:nvPr/>
          </p:nvSpPr>
          <p:spPr>
            <a:xfrm>
              <a:off x="6286500" y="1752600"/>
              <a:ext cx="5334000" cy="114300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Box 57">
              <a:extLst>
                <a:ext uri="{FF2B5EF4-FFF2-40B4-BE49-F238E27FC236}">
                  <a16:creationId xmlns:a16="http://schemas.microsoft.com/office/drawing/2014/main" id="{B3A0C8DD-AA49-B6B4-ECE9-02AEB64E9927}"/>
                </a:ext>
              </a:extLst>
            </p:cNvPr>
            <p:cNvSpPr txBox="1"/>
            <p:nvPr/>
          </p:nvSpPr>
          <p:spPr>
            <a:xfrm>
              <a:off x="6494145" y="1498282"/>
              <a:ext cx="2347566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示例:</a:t>
              </a:r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 </a:t>
              </a:r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定时任务</a:t>
              </a:r>
              <a:r>
                <a:rPr lang="en-US" altLang="zh-CN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Prompt</a:t>
              </a:r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：</a:t>
              </a:r>
            </a:p>
            <a:p>
              <a:pPr algn="l"/>
              <a:endParaRPr lang="zh-CN" sz="1650" b="1">
                <a:solidFill>
                  <a:schemeClr val="bg1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06294887-9FF8-5F96-07C5-7D751D241211}"/>
              </a:ext>
            </a:extLst>
          </p:cNvPr>
          <p:cNvSpPr txBox="1"/>
          <p:nvPr/>
        </p:nvSpPr>
        <p:spPr>
          <a:xfrm>
            <a:off x="604610" y="2362200"/>
            <a:ext cx="3902177" cy="14773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设置好定时任务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定好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Step 1/2/3…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设置好约束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每一次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新开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session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对话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B728EC5-6D6F-09CB-5F28-7913A0384180}"/>
              </a:ext>
            </a:extLst>
          </p:cNvPr>
          <p:cNvSpPr txBox="1"/>
          <p:nvPr/>
        </p:nvSpPr>
        <p:spPr>
          <a:xfrm>
            <a:off x="6286500" y="2220296"/>
            <a:ext cx="5300890" cy="313932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抓取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公众号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/xxx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网站最新的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新闻，选择一个这次要写的公众号文章主题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从互联网搜索该主题相关的资料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图片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根据这个主题和相关资料，调用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skill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写一篇公众号文章，要求图文并茂，至少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张图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baoyu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 skill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发送微信文章到公众号草稿箱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5.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其它约束条件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-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图文并茂，图片要上传到公众号服务器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-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写过的主题保存到某个文件防止重复写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	-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等等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539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31864-2F3F-69DF-72FA-DDEEC8649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B8631F7-7AC8-CAC8-B568-A64B620CB14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89D2208-6422-EDEC-3A67-99317F378786}"/>
              </a:ext>
            </a:extLst>
          </p:cNvPr>
          <p:cNvGrpSpPr/>
          <p:nvPr/>
        </p:nvGrpSpPr>
        <p:grpSpPr>
          <a:xfrm>
            <a:off x="571500" y="521970"/>
            <a:ext cx="4276476" cy="468630"/>
            <a:chOff x="571500" y="521970"/>
            <a:chExt cx="4276476" cy="4686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732D8716-1613-7E57-59DD-2E82F0A9A2C9}"/>
                </a:ext>
              </a:extLst>
            </p:cNvPr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011A4C-84E1-5255-7CB5-B977D44B6E7F}"/>
                </a:ext>
              </a:extLst>
            </p:cNvPr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14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4EB25AAA-8CDF-1CA0-FF1A-4A4D7F79A025}"/>
                </a:ext>
              </a:extLst>
            </p:cNvPr>
            <p:cNvGrpSpPr/>
            <p:nvPr/>
          </p:nvGrpSpPr>
          <p:grpSpPr>
            <a:xfrm>
              <a:off x="1366025" y="565925"/>
              <a:ext cx="239751" cy="239751"/>
              <a:chOff x="1366025" y="565925"/>
              <a:chExt cx="239751" cy="239751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F7B6CE21-4146-06A9-45C0-59188E0E1036}"/>
                  </a:ext>
                </a:extLst>
              </p:cNvPr>
              <p:cNvSpPr/>
              <p:nvPr/>
            </p:nvSpPr>
            <p:spPr>
              <a:xfrm>
                <a:off x="1366025" y="5659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9867C356-CCEB-19EB-005F-7D53AC2588F2}"/>
                  </a:ext>
                </a:extLst>
              </p:cNvPr>
              <p:cNvSpPr/>
              <p:nvPr/>
            </p:nvSpPr>
            <p:spPr>
              <a:xfrm>
                <a:off x="1447800" y="647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352E0A-93F7-675A-C7D5-1C6C7FC9390A}"/>
                </a:ext>
              </a:extLst>
            </p:cNvPr>
            <p:cNvSpPr txBox="1"/>
            <p:nvPr/>
          </p:nvSpPr>
          <p:spPr>
            <a:xfrm>
              <a:off x="1722120" y="521970"/>
              <a:ext cx="31258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第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八</a:t>
              </a:r>
              <a:r>
                <a:rPr 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步: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复盘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/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优化</a:t>
              </a:r>
              <a:r>
                <a:rPr lang="en-US" altLang="zh-CN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/</a:t>
              </a:r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技巧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8FA6946-4A61-27EC-8298-4880902B613F}"/>
                </a:ext>
              </a:extLst>
            </p:cNvPr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53">
            <a:extLst>
              <a:ext uri="{FF2B5EF4-FFF2-40B4-BE49-F238E27FC236}">
                <a16:creationId xmlns:a16="http://schemas.microsoft.com/office/drawing/2014/main" id="{C5A440F7-5415-7660-4E28-458768D2211B}"/>
              </a:ext>
            </a:extLst>
          </p:cNvPr>
          <p:cNvGrpSpPr/>
          <p:nvPr/>
        </p:nvGrpSpPr>
        <p:grpSpPr>
          <a:xfrm>
            <a:off x="571500" y="1333500"/>
            <a:ext cx="5334000" cy="4762500"/>
            <a:chOff x="571500" y="1333500"/>
            <a:chExt cx="5334000" cy="4762500"/>
          </a:xfrm>
        </p:grpSpPr>
        <p:sp>
          <p:nvSpPr>
            <p:cNvPr id="13" name="Rectangle 11">
              <a:extLst>
                <a:ext uri="{FF2B5EF4-FFF2-40B4-BE49-F238E27FC236}">
                  <a16:creationId xmlns:a16="http://schemas.microsoft.com/office/drawing/2014/main" id="{FCB61849-4D04-E8C8-04CD-A1D25535658C}"/>
                </a:ext>
              </a:extLst>
            </p:cNvPr>
            <p:cNvSpPr/>
            <p:nvPr/>
          </p:nvSpPr>
          <p:spPr>
            <a:xfrm>
              <a:off x="571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Rectangle 12">
              <a:extLst>
                <a:ext uri="{FF2B5EF4-FFF2-40B4-BE49-F238E27FC236}">
                  <a16:creationId xmlns:a16="http://schemas.microsoft.com/office/drawing/2014/main" id="{08363290-CCE4-2AD4-CA08-3C84B1F6D9D8}"/>
                </a:ext>
              </a:extLst>
            </p:cNvPr>
            <p:cNvSpPr/>
            <p:nvPr/>
          </p:nvSpPr>
          <p:spPr>
            <a:xfrm>
              <a:off x="571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Rectangle 13">
              <a:extLst>
                <a:ext uri="{FF2B5EF4-FFF2-40B4-BE49-F238E27FC236}">
                  <a16:creationId xmlns:a16="http://schemas.microsoft.com/office/drawing/2014/main" id="{8FEA7281-D819-590E-EFFC-2FF90D643C91}"/>
                </a:ext>
              </a:extLst>
            </p:cNvPr>
            <p:cNvSpPr/>
            <p:nvPr/>
          </p:nvSpPr>
          <p:spPr>
            <a:xfrm>
              <a:off x="571500" y="1752600"/>
              <a:ext cx="5334000" cy="1143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4">
              <a:extLst>
                <a:ext uri="{FF2B5EF4-FFF2-40B4-BE49-F238E27FC236}">
                  <a16:creationId xmlns:a16="http://schemas.microsoft.com/office/drawing/2014/main" id="{BFFBDE62-B6A0-0AEE-6BAF-AC620C1C2771}"/>
                </a:ext>
              </a:extLst>
            </p:cNvPr>
            <p:cNvSpPr txBox="1"/>
            <p:nvPr/>
          </p:nvSpPr>
          <p:spPr>
            <a:xfrm>
              <a:off x="779145" y="1498282"/>
              <a:ext cx="846386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一些经验</a:t>
              </a:r>
            </a:p>
          </p:txBody>
        </p:sp>
      </p:grpSp>
      <p:grpSp>
        <p:nvGrpSpPr>
          <p:cNvPr id="20" name="Group 74">
            <a:extLst>
              <a:ext uri="{FF2B5EF4-FFF2-40B4-BE49-F238E27FC236}">
                <a16:creationId xmlns:a16="http://schemas.microsoft.com/office/drawing/2014/main" id="{D952CC02-F18C-132B-2A1A-AEDFEAB6BCAB}"/>
              </a:ext>
            </a:extLst>
          </p:cNvPr>
          <p:cNvGrpSpPr/>
          <p:nvPr/>
        </p:nvGrpSpPr>
        <p:grpSpPr>
          <a:xfrm>
            <a:off x="6286500" y="1333500"/>
            <a:ext cx="5334000" cy="4762500"/>
            <a:chOff x="6286500" y="1333500"/>
            <a:chExt cx="5334000" cy="4762500"/>
          </a:xfrm>
        </p:grpSpPr>
        <p:sp>
          <p:nvSpPr>
            <p:cNvPr id="21" name="Rectangle 54">
              <a:extLst>
                <a:ext uri="{FF2B5EF4-FFF2-40B4-BE49-F238E27FC236}">
                  <a16:creationId xmlns:a16="http://schemas.microsoft.com/office/drawing/2014/main" id="{8F7301FD-CFCA-6C8C-3C9B-7222B1C861E5}"/>
                </a:ext>
              </a:extLst>
            </p:cNvPr>
            <p:cNvSpPr/>
            <p:nvPr/>
          </p:nvSpPr>
          <p:spPr>
            <a:xfrm>
              <a:off x="6286500" y="1333500"/>
              <a:ext cx="5334000" cy="4762500"/>
            </a:xfrm>
            <a:prstGeom prst="roundRect">
              <a:avLst>
                <a:gd name="adj" fmla="val 24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55">
              <a:extLst>
                <a:ext uri="{FF2B5EF4-FFF2-40B4-BE49-F238E27FC236}">
                  <a16:creationId xmlns:a16="http://schemas.microsoft.com/office/drawing/2014/main" id="{C60166A3-2508-B345-5796-13664B7A2C17}"/>
                </a:ext>
              </a:extLst>
            </p:cNvPr>
            <p:cNvSpPr/>
            <p:nvPr/>
          </p:nvSpPr>
          <p:spPr>
            <a:xfrm>
              <a:off x="6286500" y="1333500"/>
              <a:ext cx="5334000" cy="533400"/>
            </a:xfrm>
            <a:prstGeom prst="roundRect">
              <a:avLst>
                <a:gd name="adj" fmla="val 21429"/>
              </a:avLst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56">
              <a:extLst>
                <a:ext uri="{FF2B5EF4-FFF2-40B4-BE49-F238E27FC236}">
                  <a16:creationId xmlns:a16="http://schemas.microsoft.com/office/drawing/2014/main" id="{EECF09C4-E80D-F33B-E5D5-57E371D1BE1B}"/>
                </a:ext>
              </a:extLst>
            </p:cNvPr>
            <p:cNvSpPr/>
            <p:nvPr/>
          </p:nvSpPr>
          <p:spPr>
            <a:xfrm>
              <a:off x="6286500" y="1752600"/>
              <a:ext cx="5334000" cy="114300"/>
            </a:xfrm>
            <a:prstGeom prst="rect">
              <a:avLst/>
            </a:prstGeom>
            <a:solidFill>
              <a:srgbClr val="F97316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57">
              <a:extLst>
                <a:ext uri="{FF2B5EF4-FFF2-40B4-BE49-F238E27FC236}">
                  <a16:creationId xmlns:a16="http://schemas.microsoft.com/office/drawing/2014/main" id="{956880E6-9892-CC20-5857-E7F93D4FF9DC}"/>
                </a:ext>
              </a:extLst>
            </p:cNvPr>
            <p:cNvSpPr txBox="1"/>
            <p:nvPr/>
          </p:nvSpPr>
          <p:spPr>
            <a:xfrm>
              <a:off x="6494145" y="1498282"/>
              <a:ext cx="1057982" cy="50783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1650" b="1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一些教训：</a:t>
              </a:r>
            </a:p>
            <a:p>
              <a:pPr algn="l"/>
              <a:endParaRPr lang="zh-CN" sz="1650" b="1">
                <a:solidFill>
                  <a:schemeClr val="bg1"/>
                </a:solidFill>
                <a:latin typeface="Segoe UI"/>
                <a:ea typeface="Microsoft YaHei"/>
                <a:cs typeface="Segoe UI"/>
              </a:endParaRP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BDCAEAF6-A0B7-6A2B-F306-3744887FC804}"/>
              </a:ext>
            </a:extLst>
          </p:cNvPr>
          <p:cNvSpPr txBox="1"/>
          <p:nvPr/>
        </p:nvSpPr>
        <p:spPr>
          <a:xfrm>
            <a:off x="6494145" y="2135504"/>
            <a:ext cx="4616307" cy="147732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尽量不要发广告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触发 引流处罚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尽量不要发短期发过的主题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触发 低创作性处罚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altLang="zh-CN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71652-B83F-6F17-5F38-FEE3BA4E5828}"/>
              </a:ext>
            </a:extLst>
          </p:cNvPr>
          <p:cNvSpPr txBox="1"/>
          <p:nvPr/>
        </p:nvSpPr>
        <p:spPr>
          <a:xfrm>
            <a:off x="769084" y="1996291"/>
            <a:ext cx="4945916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赛道一定要垂直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一定要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内容明确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方便推荐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好一点的模型似乎流量会好一点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文章怎么写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标题一定一定一定要吸引人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一定要让用户觉得和他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她有关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或者立马让用户觉得感兴趣？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一定要自己看得下去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爆款更容易爆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品牌大流量大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小技巧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点赞之后的感谢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延迟处理，增加当前文章的访问量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3864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5B44-99AA-AF5C-BFA7-D45BA289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FCF15A8-1594-3ECE-76AD-F0176998F83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AC7D45C-4312-465C-359E-DEF7C02BD44A}"/>
              </a:ext>
            </a:extLst>
          </p:cNvPr>
          <p:cNvGrpSpPr/>
          <p:nvPr/>
        </p:nvGrpSpPr>
        <p:grpSpPr>
          <a:xfrm>
            <a:off x="571500" y="521970"/>
            <a:ext cx="1766173" cy="468630"/>
            <a:chOff x="571500" y="521970"/>
            <a:chExt cx="1766173" cy="4686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1BA5799-4EC9-6CF1-8FE5-54F86E7DF78C}"/>
                </a:ext>
              </a:extLst>
            </p:cNvPr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AB74BA4-90D1-3BFF-F0FA-6B912C60056D}"/>
                </a:ext>
              </a:extLst>
            </p:cNvPr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15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25C77540-CE8F-4C39-C112-22D807F8E8B4}"/>
                </a:ext>
              </a:extLst>
            </p:cNvPr>
            <p:cNvGrpSpPr/>
            <p:nvPr/>
          </p:nvGrpSpPr>
          <p:grpSpPr>
            <a:xfrm>
              <a:off x="1366025" y="565925"/>
              <a:ext cx="239751" cy="239751"/>
              <a:chOff x="1366025" y="565925"/>
              <a:chExt cx="239751" cy="239751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BE7A41FE-83BA-75E1-9D0D-3C301878F52F}"/>
                  </a:ext>
                </a:extLst>
              </p:cNvPr>
              <p:cNvSpPr/>
              <p:nvPr/>
            </p:nvSpPr>
            <p:spPr>
              <a:xfrm>
                <a:off x="1366025" y="5659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457A7BA-B8BA-3AF7-2570-CB6696B08EC8}"/>
                  </a:ext>
                </a:extLst>
              </p:cNvPr>
              <p:cNvSpPr/>
              <p:nvPr/>
            </p:nvSpPr>
            <p:spPr>
              <a:xfrm>
                <a:off x="1447800" y="647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5DABA97-9F33-0451-E545-8C5B30D4CD36}"/>
                </a:ext>
              </a:extLst>
            </p:cNvPr>
            <p:cNvSpPr txBox="1"/>
            <p:nvPr/>
          </p:nvSpPr>
          <p:spPr>
            <a:xfrm>
              <a:off x="1722120" y="521970"/>
              <a:ext cx="61555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复制</a:t>
              </a:r>
              <a:endParaRPr lang="zh-CN" sz="2400" b="1">
                <a:solidFill>
                  <a:srgbClr val="0F172A"/>
                </a:solidFill>
                <a:latin typeface="Segoe UI"/>
                <a:ea typeface="Microsoft YaHei"/>
                <a:cs typeface="Segoe UI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C01F8D1F-5D32-0D24-FA98-310AA4EB00B1}"/>
                </a:ext>
              </a:extLst>
            </p:cNvPr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9E085A94-8C07-3FBE-D0B1-56F1C343CDA8}"/>
              </a:ext>
            </a:extLst>
          </p:cNvPr>
          <p:cNvSpPr txBox="1"/>
          <p:nvPr/>
        </p:nvSpPr>
        <p:spPr>
          <a:xfrm>
            <a:off x="571499" y="1700461"/>
            <a:ext cx="10981404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这是一套可以复制的价值流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另一位同事复制类似操作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粉丝起步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30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天达成“日入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40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天达成“日入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日常稳定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50-100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赛道经验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“数据收集的重要性”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错位竞争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专业的博主抢速度，而我们提供情绪价值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“中考出分，朋友圈怎么发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一位职业写手，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个号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基本流量月收入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50000*3*0.004*30*5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= 90000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（流量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广告展示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en-US" altLang="zh-CN" err="1">
                <a:latin typeface="微软雅黑" panose="020B0503020204020204" pitchFamily="34" charset="-122"/>
                <a:ea typeface="微软雅黑" panose="020B0503020204020204" pitchFamily="34" charset="-122"/>
              </a:rPr>
              <a:t>ecpm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天数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账号数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21837A-8CE5-9A8E-9B13-6EC2AD053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9286" y="1509397"/>
            <a:ext cx="3892003" cy="3839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33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DCA8-80EB-8577-99FD-4EED8A72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A554E02C-0054-B1E0-B583-82F9E604B3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5332DED-DF07-E334-6E33-822FD4964A25}"/>
              </a:ext>
            </a:extLst>
          </p:cNvPr>
          <p:cNvGrpSpPr/>
          <p:nvPr/>
        </p:nvGrpSpPr>
        <p:grpSpPr>
          <a:xfrm>
            <a:off x="571500" y="521970"/>
            <a:ext cx="3612833" cy="468630"/>
            <a:chOff x="571500" y="521970"/>
            <a:chExt cx="3612833" cy="46863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2B196AE4-191E-7731-99AA-B29A5491D9F8}"/>
                </a:ext>
              </a:extLst>
            </p:cNvPr>
            <p:cNvSpPr/>
            <p:nvPr/>
          </p:nvSpPr>
          <p:spPr>
            <a:xfrm>
              <a:off x="571500" y="533400"/>
              <a:ext cx="5715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8C2E428-155E-C323-5CF7-A74694FDE308}"/>
                </a:ext>
              </a:extLst>
            </p:cNvPr>
            <p:cNvSpPr txBox="1"/>
            <p:nvPr/>
          </p:nvSpPr>
          <p:spPr>
            <a:xfrm>
              <a:off x="769084" y="622935"/>
              <a:ext cx="17633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rgbClr val="2563EB"/>
                  </a:solidFill>
                  <a:latin typeface="Segoe UI"/>
                  <a:ea typeface="Microsoft YaHei"/>
                  <a:cs typeface="Segoe UI"/>
                </a:rPr>
                <a:t>16</a:t>
              </a:r>
              <a:endParaRPr lang="zh-CN" sz="1200" b="1">
                <a:solidFill>
                  <a:srgbClr val="2563EB"/>
                </a:solidFill>
                <a:latin typeface="Segoe UI"/>
                <a:ea typeface="Microsoft YaHei"/>
                <a:cs typeface="Segoe UI"/>
              </a:endParaRPr>
            </a:p>
          </p:txBody>
        </p:sp>
        <p:grpSp>
          <p:nvGrpSpPr>
            <p:cNvPr id="7" name="Group 7">
              <a:extLst>
                <a:ext uri="{FF2B5EF4-FFF2-40B4-BE49-F238E27FC236}">
                  <a16:creationId xmlns:a16="http://schemas.microsoft.com/office/drawing/2014/main" id="{7C9C26E8-D07B-4255-3806-2389B6585295}"/>
                </a:ext>
              </a:extLst>
            </p:cNvPr>
            <p:cNvGrpSpPr/>
            <p:nvPr/>
          </p:nvGrpSpPr>
          <p:grpSpPr>
            <a:xfrm>
              <a:off x="1366025" y="565925"/>
              <a:ext cx="239751" cy="239751"/>
              <a:chOff x="1366025" y="565925"/>
              <a:chExt cx="239751" cy="239751"/>
            </a:xfrm>
          </p:grpSpPr>
          <p:sp>
            <p:nvSpPr>
              <p:cNvPr id="5" name="Freeform 5">
                <a:extLst>
                  <a:ext uri="{FF2B5EF4-FFF2-40B4-BE49-F238E27FC236}">
                    <a16:creationId xmlns:a16="http://schemas.microsoft.com/office/drawing/2014/main" id="{7D240D92-68F7-5CB2-6386-5451BD307C37}"/>
                  </a:ext>
                </a:extLst>
              </p:cNvPr>
              <p:cNvSpPr/>
              <p:nvPr/>
            </p:nvSpPr>
            <p:spPr>
              <a:xfrm>
                <a:off x="1366025" y="565925"/>
                <a:ext cx="239751" cy="239751"/>
              </a:xfrm>
              <a:custGeom>
                <a:avLst/>
                <a:gdLst/>
                <a:ahLst/>
                <a:cxnLst/>
                <a:rect l="l" t="t" r="r" b="b"/>
                <a:pathLst>
                  <a:path w="239751" h="239751">
                    <a:moveTo>
                      <a:pt x="98603" y="22301"/>
                    </a:moveTo>
                    <a:cubicBezTo>
                      <a:pt x="104013" y="0"/>
                      <a:pt x="135738" y="0"/>
                      <a:pt x="141148" y="22301"/>
                    </a:cubicBezTo>
                    <a:cubicBezTo>
                      <a:pt x="142794" y="29096"/>
                      <a:pt x="147587" y="34697"/>
                      <a:pt x="154047" y="37373"/>
                    </a:cubicBezTo>
                    <a:cubicBezTo>
                      <a:pt x="160506" y="40049"/>
                      <a:pt x="167855" y="39479"/>
                      <a:pt x="173825" y="35839"/>
                    </a:cubicBezTo>
                    <a:cubicBezTo>
                      <a:pt x="193421" y="23901"/>
                      <a:pt x="215862" y="46330"/>
                      <a:pt x="203924" y="65938"/>
                    </a:cubicBezTo>
                    <a:cubicBezTo>
                      <a:pt x="200289" y="71906"/>
                      <a:pt x="199721" y="79249"/>
                      <a:pt x="202394" y="85704"/>
                    </a:cubicBezTo>
                    <a:cubicBezTo>
                      <a:pt x="205067" y="92160"/>
                      <a:pt x="210660" y="96952"/>
                      <a:pt x="217449" y="98603"/>
                    </a:cubicBezTo>
                    <a:cubicBezTo>
                      <a:pt x="239751" y="104013"/>
                      <a:pt x="239751" y="135738"/>
                      <a:pt x="217449" y="141148"/>
                    </a:cubicBezTo>
                    <a:cubicBezTo>
                      <a:pt x="210654" y="142794"/>
                      <a:pt x="205054" y="147587"/>
                      <a:pt x="202378" y="154047"/>
                    </a:cubicBezTo>
                    <a:cubicBezTo>
                      <a:pt x="199702" y="160506"/>
                      <a:pt x="200271" y="167855"/>
                      <a:pt x="203911" y="173825"/>
                    </a:cubicBezTo>
                    <a:cubicBezTo>
                      <a:pt x="215849" y="193421"/>
                      <a:pt x="193421" y="215862"/>
                      <a:pt x="173812" y="203924"/>
                    </a:cubicBezTo>
                    <a:cubicBezTo>
                      <a:pt x="167845" y="200289"/>
                      <a:pt x="160502" y="199721"/>
                      <a:pt x="154046" y="202394"/>
                    </a:cubicBezTo>
                    <a:cubicBezTo>
                      <a:pt x="147591" y="205067"/>
                      <a:pt x="142799" y="210660"/>
                      <a:pt x="141148" y="217449"/>
                    </a:cubicBezTo>
                    <a:cubicBezTo>
                      <a:pt x="135738" y="239751"/>
                      <a:pt x="104013" y="239751"/>
                      <a:pt x="98603" y="217449"/>
                    </a:cubicBezTo>
                    <a:cubicBezTo>
                      <a:pt x="96956" y="210654"/>
                      <a:pt x="92163" y="205054"/>
                      <a:pt x="85704" y="202378"/>
                    </a:cubicBezTo>
                    <a:cubicBezTo>
                      <a:pt x="79245" y="199702"/>
                      <a:pt x="71895" y="200271"/>
                      <a:pt x="65926" y="203911"/>
                    </a:cubicBezTo>
                    <a:cubicBezTo>
                      <a:pt x="46330" y="215849"/>
                      <a:pt x="23889" y="193421"/>
                      <a:pt x="35827" y="173812"/>
                    </a:cubicBezTo>
                    <a:cubicBezTo>
                      <a:pt x="39461" y="167845"/>
                      <a:pt x="40030" y="160502"/>
                      <a:pt x="37357" y="154046"/>
                    </a:cubicBezTo>
                    <a:cubicBezTo>
                      <a:pt x="34684" y="147591"/>
                      <a:pt x="29090" y="142799"/>
                      <a:pt x="22301" y="141148"/>
                    </a:cubicBezTo>
                    <a:cubicBezTo>
                      <a:pt x="0" y="135738"/>
                      <a:pt x="0" y="104013"/>
                      <a:pt x="22301" y="98603"/>
                    </a:cubicBezTo>
                    <a:cubicBezTo>
                      <a:pt x="29096" y="96956"/>
                      <a:pt x="34697" y="92163"/>
                      <a:pt x="37373" y="85704"/>
                    </a:cubicBezTo>
                    <a:cubicBezTo>
                      <a:pt x="40049" y="79245"/>
                      <a:pt x="39479" y="71895"/>
                      <a:pt x="35839" y="65926"/>
                    </a:cubicBezTo>
                    <a:cubicBezTo>
                      <a:pt x="23901" y="46330"/>
                      <a:pt x="46330" y="23889"/>
                      <a:pt x="65938" y="35827"/>
                    </a:cubicBezTo>
                    <a:cubicBezTo>
                      <a:pt x="78638" y="43548"/>
                      <a:pt x="95098" y="36716"/>
                      <a:pt x="98603" y="22301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F38ED9A-1FF2-2E09-0823-260E8201AE81}"/>
                  </a:ext>
                </a:extLst>
              </p:cNvPr>
              <p:cNvSpPr/>
              <p:nvPr/>
            </p:nvSpPr>
            <p:spPr>
              <a:xfrm>
                <a:off x="1447800" y="64770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38100"/>
                    </a:moveTo>
                    <a:cubicBezTo>
                      <a:pt x="0" y="59142"/>
                      <a:pt x="17058" y="76200"/>
                      <a:pt x="38100" y="76200"/>
                    </a:cubicBezTo>
                    <a:cubicBezTo>
                      <a:pt x="59142" y="76200"/>
                      <a:pt x="76200" y="59142"/>
                      <a:pt x="76200" y="38100"/>
                    </a:cubicBezTo>
                    <a:cubicBezTo>
                      <a:pt x="76200" y="17058"/>
                      <a:pt x="59142" y="0"/>
                      <a:pt x="38100" y="0"/>
                    </a:cubicBezTo>
                    <a:cubicBezTo>
                      <a:pt x="17058" y="0"/>
                      <a:pt x="0" y="17058"/>
                      <a:pt x="0" y="38100"/>
                    </a:cubicBezTo>
                  </a:path>
                </a:pathLst>
              </a:custGeom>
              <a:noFill/>
              <a:ln w="19050">
                <a:solidFill>
                  <a:srgbClr val="2563EB"/>
                </a:solidFill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BF369BE-35D3-1511-C166-148E971AB4AF}"/>
                </a:ext>
              </a:extLst>
            </p:cNvPr>
            <p:cNvSpPr txBox="1"/>
            <p:nvPr/>
          </p:nvSpPr>
          <p:spPr>
            <a:xfrm>
              <a:off x="1722120" y="521970"/>
              <a:ext cx="24622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2400" b="1">
                  <a:solidFill>
                    <a:srgbClr val="0F172A"/>
                  </a:solidFill>
                  <a:latin typeface="Segoe UI"/>
                  <a:ea typeface="Microsoft YaHei"/>
                  <a:cs typeface="Segoe UI"/>
                </a:rPr>
                <a:t>尽量不要制造垃圾</a:t>
              </a:r>
              <a:endParaRPr lang="zh-CN" altLang="en-US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6D9CA7A-F115-D11A-D623-56B21C14AD82}"/>
                </a:ext>
              </a:extLst>
            </p:cNvPr>
            <p:cNvSpPr/>
            <p:nvPr/>
          </p:nvSpPr>
          <p:spPr>
            <a:xfrm>
              <a:off x="1752600" y="952500"/>
              <a:ext cx="571500" cy="381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64BE8F4-9414-73A7-DB10-2703E44F1C1E}"/>
              </a:ext>
            </a:extLst>
          </p:cNvPr>
          <p:cNvSpPr txBox="1"/>
          <p:nvPr/>
        </p:nvSpPr>
        <p:spPr>
          <a:xfrm>
            <a:off x="571499" y="1700461"/>
            <a:ext cx="109814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尽量不要制造垃圾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舔花板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天气预报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046174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8DD8E2C74C42459F5FB014FBE45C17" ma:contentTypeVersion="15" ma:contentTypeDescription="Create a new document." ma:contentTypeScope="" ma:versionID="f3c84f715032d5ba9a6106deabb3113b">
  <xsd:schema xmlns:xsd="http://www.w3.org/2001/XMLSchema" xmlns:xs="http://www.w3.org/2001/XMLSchema" xmlns:p="http://schemas.microsoft.com/office/2006/metadata/properties" xmlns:ns2="4c32757f-c999-49cd-bcdd-587f646c8db2" xmlns:ns3="002801c5-2cd6-4da7-9c79-441c77bbf7c9" targetNamespace="http://schemas.microsoft.com/office/2006/metadata/properties" ma:root="true" ma:fieldsID="52d70c9c869bf442cb7ee8e165e7ff31" ns2:_="" ns3:_="">
    <xsd:import namespace="4c32757f-c999-49cd-bcdd-587f646c8db2"/>
    <xsd:import namespace="002801c5-2cd6-4da7-9c79-441c77bbf7c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32757f-c999-49cd-bcdd-587f646c8db2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8a50aa6-d798-4bd8-a10e-2d0ce5382774}" ma:internalName="TaxCatchAll" ma:showField="CatchAllData" ma:web="4c32757f-c999-49cd-bcdd-587f646c8d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2801c5-2cd6-4da7-9c79-441c77bbf7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34c87397-5fc1-491e-85e7-d6110dbe9c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c32757f-c999-49cd-bcdd-587f646c8db2" xsi:nil="true"/>
    <lcf76f155ced4ddcb4097134ff3c332f xmlns="002801c5-2cd6-4da7-9c79-441c77bbf7c9">
      <Terms xmlns="http://schemas.microsoft.com/office/infopath/2007/PartnerControls"/>
    </lcf76f155ced4ddcb4097134ff3c332f>
    <_dlc_DocId xmlns="4c32757f-c999-49cd-bcdd-587f646c8db2">TAIMPRPIBQNS-1003673225-1244</_dlc_DocId>
    <_dlc_DocIdUrl xmlns="4c32757f-c999-49cd-bcdd-587f646c8db2">
      <Url>https://nokia.sharepoint.com/sites/hztc-improvement-project/_layouts/15/DocIdRedir.aspx?ID=TAIMPRPIBQNS-1003673225-1244</Url>
      <Description>TAIMPRPIBQNS-1003673225-1244</Description>
    </_dlc_DocIdUrl>
  </documentManagement>
</p:properties>
</file>

<file path=customXml/itemProps1.xml><?xml version="1.0" encoding="utf-8"?>
<ds:datastoreItem xmlns:ds="http://schemas.openxmlformats.org/officeDocument/2006/customXml" ds:itemID="{BE7BEC95-208F-4DBF-B7FF-5A206122DFD9}"/>
</file>

<file path=customXml/itemProps2.xml><?xml version="1.0" encoding="utf-8"?>
<ds:datastoreItem xmlns:ds="http://schemas.openxmlformats.org/officeDocument/2006/customXml" ds:itemID="{8F6297EC-1F29-4659-88BA-401EA90DCE83}"/>
</file>

<file path=customXml/itemProps3.xml><?xml version="1.0" encoding="utf-8"?>
<ds:datastoreItem xmlns:ds="http://schemas.openxmlformats.org/officeDocument/2006/customXml" ds:itemID="{9707A5B6-3A44-43C0-8BFF-2951DFBCD97F}"/>
</file>

<file path=customXml/itemProps4.xml><?xml version="1.0" encoding="utf-8"?>
<ds:datastoreItem xmlns:ds="http://schemas.openxmlformats.org/officeDocument/2006/customXml" ds:itemID="{1A2B794D-2B8A-4BE1-A393-556451D65A30}"/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revision>1</cp:revision>
  <dcterms:created xsi:type="dcterms:W3CDTF">2026-06-10T09:26:39Z</dcterms:created>
  <dcterms:modified xsi:type="dcterms:W3CDTF">2026-07-01T05:46:21Z</dcterms:modified>
  <cp:category/>
  <cp:contentStatus/>
  <dc:languag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0x0101000E8DD8E2C74C42459F5FB014FBE45C17</vt:lpwstr>
  </property>
  <property fmtid="{D5CDD505-2E9C-101B-9397-08002B2CF9AE}" pid="3" name="_dlc_DocIdItemGuid">
    <vt:lpwstr>e8016dd0-5163-4fb8-a9b1-9e9272bd8d99</vt:lpwstr>
  </property>
</Properties>
</file>